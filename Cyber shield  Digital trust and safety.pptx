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8" r:id="rId4"/>
  </p:sldMasterIdLst>
  <p:notesMasterIdLst>
    <p:notesMasterId r:id="rId15"/>
  </p:notesMasterIdLst>
  <p:sldIdLst>
    <p:sldId id="292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9865E3-F93E-4D4E-A92C-E08546BD9F03}" type="doc">
      <dgm:prSet loTypeId="urn:microsoft.com/office/officeart/2005/8/layout/gear1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8D055E9F-B5A5-4153-B3C2-26C170DAB047}">
      <dgm:prSet phldrT="[Text]" phldr="0"/>
      <dgm:spPr/>
      <dgm:t>
        <a:bodyPr/>
        <a:lstStyle/>
        <a:p>
          <a:r>
            <a:rPr lang="en-US" dirty="0"/>
            <a:t>Cybersecurity = protecting computers , network and data from attacks </a:t>
          </a:r>
          <a:endParaRPr lang="en-IN" dirty="0"/>
        </a:p>
      </dgm:t>
    </dgm:pt>
    <dgm:pt modelId="{3D1C10A6-ED09-4CC8-935B-5662E21638F8}" type="parTrans" cxnId="{B6B6F83D-FF28-4862-A49A-E33E5942AA20}">
      <dgm:prSet/>
      <dgm:spPr/>
      <dgm:t>
        <a:bodyPr/>
        <a:lstStyle/>
        <a:p>
          <a:endParaRPr lang="en-IN"/>
        </a:p>
      </dgm:t>
    </dgm:pt>
    <dgm:pt modelId="{4E57E422-D38E-492D-8325-883AC3CEEB02}" type="sibTrans" cxnId="{B6B6F83D-FF28-4862-A49A-E33E5942AA20}">
      <dgm:prSet/>
      <dgm:spPr/>
      <dgm:t>
        <a:bodyPr/>
        <a:lstStyle/>
        <a:p>
          <a:endParaRPr lang="en-IN"/>
        </a:p>
      </dgm:t>
    </dgm:pt>
    <dgm:pt modelId="{568F5C6D-7FF2-45AF-89BD-28FDF8C5E6A9}">
      <dgm:prSet phldrT="[Text]" phldr="0"/>
      <dgm:spPr/>
      <dgm:t>
        <a:bodyPr/>
        <a:lstStyle/>
        <a:p>
          <a:r>
            <a:rPr lang="en-US" dirty="0"/>
            <a:t>Prevent hacking , data theft and </a:t>
          </a:r>
          <a:r>
            <a:rPr lang="en-US" dirty="0" err="1"/>
            <a:t>virsues</a:t>
          </a:r>
          <a:r>
            <a:rPr lang="en-US" dirty="0"/>
            <a:t> </a:t>
          </a:r>
          <a:endParaRPr lang="en-IN" dirty="0"/>
        </a:p>
      </dgm:t>
    </dgm:pt>
    <dgm:pt modelId="{C27F7EA1-A19B-458F-9296-0719E9036F4C}" type="parTrans" cxnId="{CAD32C8B-EA40-48AB-B811-EB31FBB99F1E}">
      <dgm:prSet/>
      <dgm:spPr/>
      <dgm:t>
        <a:bodyPr/>
        <a:lstStyle/>
        <a:p>
          <a:endParaRPr lang="en-IN"/>
        </a:p>
      </dgm:t>
    </dgm:pt>
    <dgm:pt modelId="{5972150B-2F40-48E2-9291-D37C5A84D3AC}" type="sibTrans" cxnId="{CAD32C8B-EA40-48AB-B811-EB31FBB99F1E}">
      <dgm:prSet/>
      <dgm:spPr/>
      <dgm:t>
        <a:bodyPr/>
        <a:lstStyle/>
        <a:p>
          <a:endParaRPr lang="en-IN"/>
        </a:p>
      </dgm:t>
    </dgm:pt>
    <dgm:pt modelId="{F3C5E0F6-A1A2-4033-BAC2-8FAE42E890D2}">
      <dgm:prSet phldrT="[Text]" phldr="0"/>
      <dgm:spPr/>
      <dgm:t>
        <a:bodyPr/>
        <a:lstStyle/>
        <a:p>
          <a:r>
            <a:rPr lang="en-US" dirty="0"/>
            <a:t>Use technology  ,rules ,awareness and safety habits .</a:t>
          </a:r>
          <a:endParaRPr lang="en-IN" dirty="0"/>
        </a:p>
      </dgm:t>
    </dgm:pt>
    <dgm:pt modelId="{4C2AA8BB-A82B-451D-96D9-9DE6D7CE34B6}" type="parTrans" cxnId="{35A64EE9-46B2-4824-BB5E-81FC09AB116D}">
      <dgm:prSet/>
      <dgm:spPr/>
      <dgm:t>
        <a:bodyPr/>
        <a:lstStyle/>
        <a:p>
          <a:endParaRPr lang="en-IN"/>
        </a:p>
      </dgm:t>
    </dgm:pt>
    <dgm:pt modelId="{5E0FFD50-EA3A-4F11-8254-C1C2A1654961}" type="sibTrans" cxnId="{35A64EE9-46B2-4824-BB5E-81FC09AB116D}">
      <dgm:prSet/>
      <dgm:spPr/>
      <dgm:t>
        <a:bodyPr/>
        <a:lstStyle/>
        <a:p>
          <a:endParaRPr lang="en-IN"/>
        </a:p>
      </dgm:t>
    </dgm:pt>
    <dgm:pt modelId="{39F62FD9-067F-4A51-BA52-9247609B8FB5}" type="pres">
      <dgm:prSet presAssocID="{FA9865E3-F93E-4D4E-A92C-E08546BD9F03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2E314FFB-A735-4824-8456-2C296E28AFB6}" type="pres">
      <dgm:prSet presAssocID="{8D055E9F-B5A5-4153-B3C2-26C170DAB047}" presName="gear1" presStyleLbl="node1" presStyleIdx="0" presStyleCnt="3" custLinFactNeighborX="1445" custLinFactNeighborY="-938">
        <dgm:presLayoutVars>
          <dgm:chMax val="1"/>
          <dgm:bulletEnabled val="1"/>
        </dgm:presLayoutVars>
      </dgm:prSet>
      <dgm:spPr/>
    </dgm:pt>
    <dgm:pt modelId="{0E949B22-0DAD-4013-8CE4-F7BE6531776F}" type="pres">
      <dgm:prSet presAssocID="{8D055E9F-B5A5-4153-B3C2-26C170DAB047}" presName="gear1srcNode" presStyleLbl="node1" presStyleIdx="0" presStyleCnt="3"/>
      <dgm:spPr/>
    </dgm:pt>
    <dgm:pt modelId="{24E26B73-3814-4F7A-890F-5594F0D5B5D6}" type="pres">
      <dgm:prSet presAssocID="{8D055E9F-B5A5-4153-B3C2-26C170DAB047}" presName="gear1dstNode" presStyleLbl="node1" presStyleIdx="0" presStyleCnt="3"/>
      <dgm:spPr/>
    </dgm:pt>
    <dgm:pt modelId="{CB37ABB9-6C2E-462A-A33F-410859573082}" type="pres">
      <dgm:prSet presAssocID="{568F5C6D-7FF2-45AF-89BD-28FDF8C5E6A9}" presName="gear2" presStyleLbl="node1" presStyleIdx="1" presStyleCnt="3">
        <dgm:presLayoutVars>
          <dgm:chMax val="1"/>
          <dgm:bulletEnabled val="1"/>
        </dgm:presLayoutVars>
      </dgm:prSet>
      <dgm:spPr/>
    </dgm:pt>
    <dgm:pt modelId="{3E4CE1AF-8462-4363-8856-D48556A1B4BB}" type="pres">
      <dgm:prSet presAssocID="{568F5C6D-7FF2-45AF-89BD-28FDF8C5E6A9}" presName="gear2srcNode" presStyleLbl="node1" presStyleIdx="1" presStyleCnt="3"/>
      <dgm:spPr/>
    </dgm:pt>
    <dgm:pt modelId="{AC65B258-9823-45B9-9DFC-64D21F859274}" type="pres">
      <dgm:prSet presAssocID="{568F5C6D-7FF2-45AF-89BD-28FDF8C5E6A9}" presName="gear2dstNode" presStyleLbl="node1" presStyleIdx="1" presStyleCnt="3"/>
      <dgm:spPr/>
    </dgm:pt>
    <dgm:pt modelId="{EE9F3336-305A-468A-A30F-D9669E250C34}" type="pres">
      <dgm:prSet presAssocID="{F3C5E0F6-A1A2-4033-BAC2-8FAE42E890D2}" presName="gear3" presStyleLbl="node1" presStyleIdx="2" presStyleCnt="3"/>
      <dgm:spPr/>
    </dgm:pt>
    <dgm:pt modelId="{2B4E2479-2D57-4EA7-B1A6-30FD72B54BB9}" type="pres">
      <dgm:prSet presAssocID="{F3C5E0F6-A1A2-4033-BAC2-8FAE42E890D2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370719FD-87BB-41C3-ADC1-75F8F1083F62}" type="pres">
      <dgm:prSet presAssocID="{F3C5E0F6-A1A2-4033-BAC2-8FAE42E890D2}" presName="gear3srcNode" presStyleLbl="node1" presStyleIdx="2" presStyleCnt="3"/>
      <dgm:spPr/>
    </dgm:pt>
    <dgm:pt modelId="{5881EDF4-0E4B-4A42-AA6C-444DC6D8D6B0}" type="pres">
      <dgm:prSet presAssocID="{F3C5E0F6-A1A2-4033-BAC2-8FAE42E890D2}" presName="gear3dstNode" presStyleLbl="node1" presStyleIdx="2" presStyleCnt="3"/>
      <dgm:spPr/>
    </dgm:pt>
    <dgm:pt modelId="{7CFCD930-D309-42FE-935E-88C278BAD98E}" type="pres">
      <dgm:prSet presAssocID="{4E57E422-D38E-492D-8325-883AC3CEEB02}" presName="connector1" presStyleLbl="sibTrans2D1" presStyleIdx="0" presStyleCnt="3"/>
      <dgm:spPr/>
    </dgm:pt>
    <dgm:pt modelId="{26D68B5F-1B39-4D1B-A0A1-A90C4A4C44A2}" type="pres">
      <dgm:prSet presAssocID="{5972150B-2F40-48E2-9291-D37C5A84D3AC}" presName="connector2" presStyleLbl="sibTrans2D1" presStyleIdx="1" presStyleCnt="3"/>
      <dgm:spPr/>
    </dgm:pt>
    <dgm:pt modelId="{4EF029C4-755A-4E85-8A20-660ABA7811FC}" type="pres">
      <dgm:prSet presAssocID="{5E0FFD50-EA3A-4F11-8254-C1C2A1654961}" presName="connector3" presStyleLbl="sibTrans2D1" presStyleIdx="2" presStyleCnt="3"/>
      <dgm:spPr/>
    </dgm:pt>
  </dgm:ptLst>
  <dgm:cxnLst>
    <dgm:cxn modelId="{4A57E409-D43B-42FB-AF2D-400F00E70E7D}" type="presOf" srcId="{8D055E9F-B5A5-4153-B3C2-26C170DAB047}" destId="{24E26B73-3814-4F7A-890F-5594F0D5B5D6}" srcOrd="2" destOrd="0" presId="urn:microsoft.com/office/officeart/2005/8/layout/gear1"/>
    <dgm:cxn modelId="{BDCA5C0E-DFFB-48CE-9118-DFEA7FE31379}" type="presOf" srcId="{568F5C6D-7FF2-45AF-89BD-28FDF8C5E6A9}" destId="{AC65B258-9823-45B9-9DFC-64D21F859274}" srcOrd="2" destOrd="0" presId="urn:microsoft.com/office/officeart/2005/8/layout/gear1"/>
    <dgm:cxn modelId="{350AAB19-7838-4AB3-BFED-A6D1B03F7F1D}" type="presOf" srcId="{4E57E422-D38E-492D-8325-883AC3CEEB02}" destId="{7CFCD930-D309-42FE-935E-88C278BAD98E}" srcOrd="0" destOrd="0" presId="urn:microsoft.com/office/officeart/2005/8/layout/gear1"/>
    <dgm:cxn modelId="{CDFA1222-9614-45D2-ACC7-4838C98AA736}" type="presOf" srcId="{F3C5E0F6-A1A2-4033-BAC2-8FAE42E890D2}" destId="{EE9F3336-305A-468A-A30F-D9669E250C34}" srcOrd="0" destOrd="0" presId="urn:microsoft.com/office/officeart/2005/8/layout/gear1"/>
    <dgm:cxn modelId="{758EF332-93BD-413C-82BF-9DE0E243748A}" type="presOf" srcId="{5972150B-2F40-48E2-9291-D37C5A84D3AC}" destId="{26D68B5F-1B39-4D1B-A0A1-A90C4A4C44A2}" srcOrd="0" destOrd="0" presId="urn:microsoft.com/office/officeart/2005/8/layout/gear1"/>
    <dgm:cxn modelId="{464EA739-F117-416D-8C36-19544CA0A4F1}" type="presOf" srcId="{F3C5E0F6-A1A2-4033-BAC2-8FAE42E890D2}" destId="{370719FD-87BB-41C3-ADC1-75F8F1083F62}" srcOrd="2" destOrd="0" presId="urn:microsoft.com/office/officeart/2005/8/layout/gear1"/>
    <dgm:cxn modelId="{B6B6F83D-FF28-4862-A49A-E33E5942AA20}" srcId="{FA9865E3-F93E-4D4E-A92C-E08546BD9F03}" destId="{8D055E9F-B5A5-4153-B3C2-26C170DAB047}" srcOrd="0" destOrd="0" parTransId="{3D1C10A6-ED09-4CC8-935B-5662E21638F8}" sibTransId="{4E57E422-D38E-492D-8325-883AC3CEEB02}"/>
    <dgm:cxn modelId="{CA761A68-1B2D-4B45-B5A3-A799F9529C9B}" type="presOf" srcId="{8D055E9F-B5A5-4153-B3C2-26C170DAB047}" destId="{0E949B22-0DAD-4013-8CE4-F7BE6531776F}" srcOrd="1" destOrd="0" presId="urn:microsoft.com/office/officeart/2005/8/layout/gear1"/>
    <dgm:cxn modelId="{F789C16D-727C-456A-92A8-0615712377AA}" type="presOf" srcId="{FA9865E3-F93E-4D4E-A92C-E08546BD9F03}" destId="{39F62FD9-067F-4A51-BA52-9247609B8FB5}" srcOrd="0" destOrd="0" presId="urn:microsoft.com/office/officeart/2005/8/layout/gear1"/>
    <dgm:cxn modelId="{CAD32C8B-EA40-48AB-B811-EB31FBB99F1E}" srcId="{FA9865E3-F93E-4D4E-A92C-E08546BD9F03}" destId="{568F5C6D-7FF2-45AF-89BD-28FDF8C5E6A9}" srcOrd="1" destOrd="0" parTransId="{C27F7EA1-A19B-458F-9296-0719E9036F4C}" sibTransId="{5972150B-2F40-48E2-9291-D37C5A84D3AC}"/>
    <dgm:cxn modelId="{82F7DCAB-A46C-4C7E-B987-0BD9A4DAB854}" type="presOf" srcId="{8D055E9F-B5A5-4153-B3C2-26C170DAB047}" destId="{2E314FFB-A735-4824-8456-2C296E28AFB6}" srcOrd="0" destOrd="0" presId="urn:microsoft.com/office/officeart/2005/8/layout/gear1"/>
    <dgm:cxn modelId="{C5298FBB-7C56-4275-9D67-175695D7DB9A}" type="presOf" srcId="{568F5C6D-7FF2-45AF-89BD-28FDF8C5E6A9}" destId="{CB37ABB9-6C2E-462A-A33F-410859573082}" srcOrd="0" destOrd="0" presId="urn:microsoft.com/office/officeart/2005/8/layout/gear1"/>
    <dgm:cxn modelId="{0E067CBD-F04F-4B39-844B-9E756ADE5250}" type="presOf" srcId="{F3C5E0F6-A1A2-4033-BAC2-8FAE42E890D2}" destId="{2B4E2479-2D57-4EA7-B1A6-30FD72B54BB9}" srcOrd="1" destOrd="0" presId="urn:microsoft.com/office/officeart/2005/8/layout/gear1"/>
    <dgm:cxn modelId="{8EE45CC2-A193-429D-B8E1-FDCF58F227D2}" type="presOf" srcId="{568F5C6D-7FF2-45AF-89BD-28FDF8C5E6A9}" destId="{3E4CE1AF-8462-4363-8856-D48556A1B4BB}" srcOrd="1" destOrd="0" presId="urn:microsoft.com/office/officeart/2005/8/layout/gear1"/>
    <dgm:cxn modelId="{5F4C7EC7-D836-4D32-8A92-48E68F486B76}" type="presOf" srcId="{5E0FFD50-EA3A-4F11-8254-C1C2A1654961}" destId="{4EF029C4-755A-4E85-8A20-660ABA7811FC}" srcOrd="0" destOrd="0" presId="urn:microsoft.com/office/officeart/2005/8/layout/gear1"/>
    <dgm:cxn modelId="{06246ECE-08E7-4A81-9062-369F38B4B477}" type="presOf" srcId="{F3C5E0F6-A1A2-4033-BAC2-8FAE42E890D2}" destId="{5881EDF4-0E4B-4A42-AA6C-444DC6D8D6B0}" srcOrd="3" destOrd="0" presId="urn:microsoft.com/office/officeart/2005/8/layout/gear1"/>
    <dgm:cxn modelId="{35A64EE9-46B2-4824-BB5E-81FC09AB116D}" srcId="{FA9865E3-F93E-4D4E-A92C-E08546BD9F03}" destId="{F3C5E0F6-A1A2-4033-BAC2-8FAE42E890D2}" srcOrd="2" destOrd="0" parTransId="{4C2AA8BB-A82B-451D-96D9-9DE6D7CE34B6}" sibTransId="{5E0FFD50-EA3A-4F11-8254-C1C2A1654961}"/>
    <dgm:cxn modelId="{6C00A0E8-F4AE-49F5-BEF6-99E0E625D60F}" type="presParOf" srcId="{39F62FD9-067F-4A51-BA52-9247609B8FB5}" destId="{2E314FFB-A735-4824-8456-2C296E28AFB6}" srcOrd="0" destOrd="0" presId="urn:microsoft.com/office/officeart/2005/8/layout/gear1"/>
    <dgm:cxn modelId="{35181479-BADC-4583-AD72-CA15AA268258}" type="presParOf" srcId="{39F62FD9-067F-4A51-BA52-9247609B8FB5}" destId="{0E949B22-0DAD-4013-8CE4-F7BE6531776F}" srcOrd="1" destOrd="0" presId="urn:microsoft.com/office/officeart/2005/8/layout/gear1"/>
    <dgm:cxn modelId="{5B96A429-7835-4DB2-BF30-0D3FAA6E7C3E}" type="presParOf" srcId="{39F62FD9-067F-4A51-BA52-9247609B8FB5}" destId="{24E26B73-3814-4F7A-890F-5594F0D5B5D6}" srcOrd="2" destOrd="0" presId="urn:microsoft.com/office/officeart/2005/8/layout/gear1"/>
    <dgm:cxn modelId="{EF16A263-7D2A-4281-8DBE-8803D5AD6499}" type="presParOf" srcId="{39F62FD9-067F-4A51-BA52-9247609B8FB5}" destId="{CB37ABB9-6C2E-462A-A33F-410859573082}" srcOrd="3" destOrd="0" presId="urn:microsoft.com/office/officeart/2005/8/layout/gear1"/>
    <dgm:cxn modelId="{9AE5C73B-201D-4797-AD1F-7FFA70C4DFA9}" type="presParOf" srcId="{39F62FD9-067F-4A51-BA52-9247609B8FB5}" destId="{3E4CE1AF-8462-4363-8856-D48556A1B4BB}" srcOrd="4" destOrd="0" presId="urn:microsoft.com/office/officeart/2005/8/layout/gear1"/>
    <dgm:cxn modelId="{54487811-4EF4-4238-9AD7-4756E15B01E4}" type="presParOf" srcId="{39F62FD9-067F-4A51-BA52-9247609B8FB5}" destId="{AC65B258-9823-45B9-9DFC-64D21F859274}" srcOrd="5" destOrd="0" presId="urn:microsoft.com/office/officeart/2005/8/layout/gear1"/>
    <dgm:cxn modelId="{1FC8ABDE-EE84-45ED-9148-DBD10708B7DD}" type="presParOf" srcId="{39F62FD9-067F-4A51-BA52-9247609B8FB5}" destId="{EE9F3336-305A-468A-A30F-D9669E250C34}" srcOrd="6" destOrd="0" presId="urn:microsoft.com/office/officeart/2005/8/layout/gear1"/>
    <dgm:cxn modelId="{79B9343F-55D5-42A5-B6FD-C68F1E0A6125}" type="presParOf" srcId="{39F62FD9-067F-4A51-BA52-9247609B8FB5}" destId="{2B4E2479-2D57-4EA7-B1A6-30FD72B54BB9}" srcOrd="7" destOrd="0" presId="urn:microsoft.com/office/officeart/2005/8/layout/gear1"/>
    <dgm:cxn modelId="{83FA7BF1-3BB3-4297-974D-CE514E531716}" type="presParOf" srcId="{39F62FD9-067F-4A51-BA52-9247609B8FB5}" destId="{370719FD-87BB-41C3-ADC1-75F8F1083F62}" srcOrd="8" destOrd="0" presId="urn:microsoft.com/office/officeart/2005/8/layout/gear1"/>
    <dgm:cxn modelId="{183F8CA7-CE07-4EBF-B712-C71172DFB8D7}" type="presParOf" srcId="{39F62FD9-067F-4A51-BA52-9247609B8FB5}" destId="{5881EDF4-0E4B-4A42-AA6C-444DC6D8D6B0}" srcOrd="9" destOrd="0" presId="urn:microsoft.com/office/officeart/2005/8/layout/gear1"/>
    <dgm:cxn modelId="{F0672E33-8B10-4874-B908-5709F026A843}" type="presParOf" srcId="{39F62FD9-067F-4A51-BA52-9247609B8FB5}" destId="{7CFCD930-D309-42FE-935E-88C278BAD98E}" srcOrd="10" destOrd="0" presId="urn:microsoft.com/office/officeart/2005/8/layout/gear1"/>
    <dgm:cxn modelId="{8F99A98E-407C-445B-BD20-FCF0E9EB73AF}" type="presParOf" srcId="{39F62FD9-067F-4A51-BA52-9247609B8FB5}" destId="{26D68B5F-1B39-4D1B-A0A1-A90C4A4C44A2}" srcOrd="11" destOrd="0" presId="urn:microsoft.com/office/officeart/2005/8/layout/gear1"/>
    <dgm:cxn modelId="{FEA8D6E0-4F2A-49BD-8206-824EA22A0167}" type="presParOf" srcId="{39F62FD9-067F-4A51-BA52-9247609B8FB5}" destId="{4EF029C4-755A-4E85-8A20-660ABA7811FC}" srcOrd="12" destOrd="0" presId="urn:microsoft.com/office/officeart/2005/8/layout/gear1"/>
  </dgm:cxnLst>
  <dgm:bg>
    <a:gradFill>
      <a:gsLst>
        <a:gs pos="0">
          <a:schemeClr val="accent1">
            <a:lumMod val="5000"/>
            <a:lumOff val="95000"/>
          </a:schemeClr>
        </a:gs>
        <a:gs pos="74000">
          <a:schemeClr val="accent1">
            <a:lumMod val="45000"/>
            <a:lumOff val="55000"/>
          </a:schemeClr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4AD106-F5E5-4331-A61D-31AAD83DF1FD}" type="doc">
      <dgm:prSet loTypeId="urn:microsoft.com/office/officeart/2005/8/layout/chevron2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IN"/>
        </a:p>
      </dgm:t>
    </dgm:pt>
    <dgm:pt modelId="{FC775C6A-BADC-4701-8015-28E946ABA033}">
      <dgm:prSet phldrT="[Text]" phldr="1"/>
      <dgm:spPr/>
      <dgm:t>
        <a:bodyPr/>
        <a:lstStyle/>
        <a:p>
          <a:endParaRPr lang="en-IN"/>
        </a:p>
      </dgm:t>
    </dgm:pt>
    <dgm:pt modelId="{1327B931-F9E5-4E0A-9EEF-A0AFDD189F54}" type="parTrans" cxnId="{9D2C2227-93C9-4DCF-98FC-510D5D699D8F}">
      <dgm:prSet/>
      <dgm:spPr/>
      <dgm:t>
        <a:bodyPr/>
        <a:lstStyle/>
        <a:p>
          <a:endParaRPr lang="en-IN"/>
        </a:p>
      </dgm:t>
    </dgm:pt>
    <dgm:pt modelId="{3EE2655C-1230-43AF-9647-70BBDAEB3FA3}" type="sibTrans" cxnId="{9D2C2227-93C9-4DCF-98FC-510D5D699D8F}">
      <dgm:prSet/>
      <dgm:spPr/>
      <dgm:t>
        <a:bodyPr/>
        <a:lstStyle/>
        <a:p>
          <a:endParaRPr lang="en-IN"/>
        </a:p>
      </dgm:t>
    </dgm:pt>
    <dgm:pt modelId="{8170B7E1-DC96-4B0B-A8A9-19843FA6ECCA}">
      <dgm:prSet phldrT="[Text]" phldr="0"/>
      <dgm:spPr/>
      <dgm:t>
        <a:bodyPr/>
        <a:lstStyle/>
        <a:p>
          <a:r>
            <a:rPr lang="en-US" dirty="0">
              <a:latin typeface="Algerian" panose="04020705040A02060702" pitchFamily="82" charset="0"/>
            </a:rPr>
            <a:t>Phishing</a:t>
          </a:r>
          <a:endParaRPr lang="en-IN" dirty="0">
            <a:latin typeface="Algerian" panose="04020705040A02060702" pitchFamily="82" charset="0"/>
          </a:endParaRPr>
        </a:p>
      </dgm:t>
    </dgm:pt>
    <dgm:pt modelId="{51A4867C-3081-470F-98C6-8A2EA2BF5061}" type="parTrans" cxnId="{C5C5B76D-52D5-4163-84BC-7DF67BCF1398}">
      <dgm:prSet/>
      <dgm:spPr/>
      <dgm:t>
        <a:bodyPr/>
        <a:lstStyle/>
        <a:p>
          <a:endParaRPr lang="en-IN"/>
        </a:p>
      </dgm:t>
    </dgm:pt>
    <dgm:pt modelId="{30ACDADE-4604-4A88-AE6F-FAE1897F5891}" type="sibTrans" cxnId="{C5C5B76D-52D5-4163-84BC-7DF67BCF1398}">
      <dgm:prSet/>
      <dgm:spPr/>
      <dgm:t>
        <a:bodyPr/>
        <a:lstStyle/>
        <a:p>
          <a:endParaRPr lang="en-IN"/>
        </a:p>
      </dgm:t>
    </dgm:pt>
    <dgm:pt modelId="{F404A286-2CFD-42C6-8862-6C3BC507AC83}">
      <dgm:prSet phldrT="[Text]" phldr="0"/>
      <dgm:spPr/>
      <dgm:t>
        <a:bodyPr/>
        <a:lstStyle/>
        <a:p>
          <a:r>
            <a:rPr lang="en-US" dirty="0"/>
            <a:t>Fake emails/sites asking for passwords and </a:t>
          </a:r>
          <a:r>
            <a:rPr lang="en-US" dirty="0" err="1"/>
            <a:t>Otps</a:t>
          </a:r>
          <a:r>
            <a:rPr lang="en-US" dirty="0"/>
            <a:t> always verify sender and </a:t>
          </a:r>
          <a:r>
            <a:rPr lang="en-US" dirty="0" err="1"/>
            <a:t>Url</a:t>
          </a:r>
          <a:r>
            <a:rPr lang="en-US" dirty="0"/>
            <a:t>.</a:t>
          </a:r>
          <a:endParaRPr lang="en-IN" dirty="0"/>
        </a:p>
      </dgm:t>
    </dgm:pt>
    <dgm:pt modelId="{94B28DF0-559A-4853-8277-B8A1802F6430}" type="parTrans" cxnId="{BB6BFCE5-C665-4B53-8E70-6E02C56D5343}">
      <dgm:prSet/>
      <dgm:spPr/>
      <dgm:t>
        <a:bodyPr/>
        <a:lstStyle/>
        <a:p>
          <a:endParaRPr lang="en-IN"/>
        </a:p>
      </dgm:t>
    </dgm:pt>
    <dgm:pt modelId="{1A45E68A-6810-4D9B-9338-E42892249981}" type="sibTrans" cxnId="{BB6BFCE5-C665-4B53-8E70-6E02C56D5343}">
      <dgm:prSet/>
      <dgm:spPr/>
      <dgm:t>
        <a:bodyPr/>
        <a:lstStyle/>
        <a:p>
          <a:endParaRPr lang="en-IN"/>
        </a:p>
      </dgm:t>
    </dgm:pt>
    <dgm:pt modelId="{0F72855E-E714-49CF-9A0E-913C8F820763}">
      <dgm:prSet phldrT="[Text]" phldr="1"/>
      <dgm:spPr/>
      <dgm:t>
        <a:bodyPr/>
        <a:lstStyle/>
        <a:p>
          <a:endParaRPr lang="en-IN"/>
        </a:p>
      </dgm:t>
    </dgm:pt>
    <dgm:pt modelId="{727CA81B-AF90-49C3-A460-EDA34A1E9B01}" type="parTrans" cxnId="{CCDF9F4D-6E31-4B28-A9DE-971D1FB605CD}">
      <dgm:prSet/>
      <dgm:spPr/>
      <dgm:t>
        <a:bodyPr/>
        <a:lstStyle/>
        <a:p>
          <a:endParaRPr lang="en-IN"/>
        </a:p>
      </dgm:t>
    </dgm:pt>
    <dgm:pt modelId="{0E37625A-A580-4722-B274-048E05883848}" type="sibTrans" cxnId="{CCDF9F4D-6E31-4B28-A9DE-971D1FB605CD}">
      <dgm:prSet/>
      <dgm:spPr/>
      <dgm:t>
        <a:bodyPr/>
        <a:lstStyle/>
        <a:p>
          <a:endParaRPr lang="en-IN"/>
        </a:p>
      </dgm:t>
    </dgm:pt>
    <dgm:pt modelId="{494025E4-939A-4152-97BD-D5C10AD4B5B3}">
      <dgm:prSet phldrT="[Text]" phldr="0"/>
      <dgm:spPr/>
      <dgm:t>
        <a:bodyPr/>
        <a:lstStyle/>
        <a:p>
          <a:r>
            <a:rPr lang="en-US" dirty="0">
              <a:latin typeface="Algerian" panose="04020705040A02060702" pitchFamily="82" charset="0"/>
            </a:rPr>
            <a:t>Malware</a:t>
          </a:r>
          <a:endParaRPr lang="en-IN" dirty="0">
            <a:latin typeface="Algerian" panose="04020705040A02060702" pitchFamily="82" charset="0"/>
          </a:endParaRPr>
        </a:p>
      </dgm:t>
    </dgm:pt>
    <dgm:pt modelId="{2A1A2467-0335-4377-AE6C-F7485DC8794D}" type="parTrans" cxnId="{0AAAD6D7-5CFC-4E68-A848-07C923C38CF7}">
      <dgm:prSet/>
      <dgm:spPr/>
      <dgm:t>
        <a:bodyPr/>
        <a:lstStyle/>
        <a:p>
          <a:endParaRPr lang="en-IN"/>
        </a:p>
      </dgm:t>
    </dgm:pt>
    <dgm:pt modelId="{BC133F8E-9689-4D57-9F16-ADEEF3F6FF08}" type="sibTrans" cxnId="{0AAAD6D7-5CFC-4E68-A848-07C923C38CF7}">
      <dgm:prSet/>
      <dgm:spPr/>
      <dgm:t>
        <a:bodyPr/>
        <a:lstStyle/>
        <a:p>
          <a:endParaRPr lang="en-IN"/>
        </a:p>
      </dgm:t>
    </dgm:pt>
    <dgm:pt modelId="{6C8E214C-DAFB-4405-919B-2EBCE9044725}">
      <dgm:prSet phldrT="[Text]" phldr="0"/>
      <dgm:spPr/>
      <dgm:t>
        <a:bodyPr/>
        <a:lstStyle/>
        <a:p>
          <a:r>
            <a:rPr lang="en-US" dirty="0"/>
            <a:t>Viruses or ransomware that damage devices or lock files .</a:t>
          </a:r>
          <a:endParaRPr lang="en-IN" dirty="0"/>
        </a:p>
      </dgm:t>
    </dgm:pt>
    <dgm:pt modelId="{66610588-383C-421B-BB13-5686E159C1D7}" type="parTrans" cxnId="{2F3C3DEE-A0B3-46F0-910B-6CABD2BE5100}">
      <dgm:prSet/>
      <dgm:spPr/>
      <dgm:t>
        <a:bodyPr/>
        <a:lstStyle/>
        <a:p>
          <a:endParaRPr lang="en-IN"/>
        </a:p>
      </dgm:t>
    </dgm:pt>
    <dgm:pt modelId="{1994411C-D581-4528-A3BE-BE9AD27B7B67}" type="sibTrans" cxnId="{2F3C3DEE-A0B3-46F0-910B-6CABD2BE5100}">
      <dgm:prSet/>
      <dgm:spPr/>
      <dgm:t>
        <a:bodyPr/>
        <a:lstStyle/>
        <a:p>
          <a:endParaRPr lang="en-IN"/>
        </a:p>
      </dgm:t>
    </dgm:pt>
    <dgm:pt modelId="{D7117AA1-3D83-47C5-B42D-FB21B987FCCC}">
      <dgm:prSet phldrT="[Text]" phldr="1"/>
      <dgm:spPr/>
      <dgm:t>
        <a:bodyPr/>
        <a:lstStyle/>
        <a:p>
          <a:endParaRPr lang="en-IN"/>
        </a:p>
      </dgm:t>
    </dgm:pt>
    <dgm:pt modelId="{CCD1EA05-4A2E-4EAE-B79C-6ACA8E536D90}" type="parTrans" cxnId="{A2A6325A-4501-4E41-A395-7F99342C8661}">
      <dgm:prSet/>
      <dgm:spPr/>
      <dgm:t>
        <a:bodyPr/>
        <a:lstStyle/>
        <a:p>
          <a:endParaRPr lang="en-IN"/>
        </a:p>
      </dgm:t>
    </dgm:pt>
    <dgm:pt modelId="{07C7D4FA-95DF-433C-B2E9-858FA4138501}" type="sibTrans" cxnId="{A2A6325A-4501-4E41-A395-7F99342C8661}">
      <dgm:prSet/>
      <dgm:spPr/>
      <dgm:t>
        <a:bodyPr/>
        <a:lstStyle/>
        <a:p>
          <a:endParaRPr lang="en-IN"/>
        </a:p>
      </dgm:t>
    </dgm:pt>
    <dgm:pt modelId="{527C6BD5-1411-442D-B0BE-66BCCBD40017}">
      <dgm:prSet phldrT="[Text]" phldr="0"/>
      <dgm:spPr/>
      <dgm:t>
        <a:bodyPr/>
        <a:lstStyle/>
        <a:p>
          <a:r>
            <a:rPr lang="en-US" dirty="0">
              <a:latin typeface="Algerian" panose="04020705040A02060702" pitchFamily="82" charset="0"/>
            </a:rPr>
            <a:t>Identify theft </a:t>
          </a:r>
          <a:endParaRPr lang="en-IN" dirty="0">
            <a:latin typeface="Algerian" panose="04020705040A02060702" pitchFamily="82" charset="0"/>
          </a:endParaRPr>
        </a:p>
      </dgm:t>
    </dgm:pt>
    <dgm:pt modelId="{0D8EAA39-0562-480A-8D2B-AD92AA59BA0F}" type="parTrans" cxnId="{45E765FA-76FF-4592-BA00-EA0EE4C2F55E}">
      <dgm:prSet/>
      <dgm:spPr/>
      <dgm:t>
        <a:bodyPr/>
        <a:lstStyle/>
        <a:p>
          <a:endParaRPr lang="en-IN"/>
        </a:p>
      </dgm:t>
    </dgm:pt>
    <dgm:pt modelId="{1FE358D9-BDCA-4AD9-BC02-28E3023F7F12}" type="sibTrans" cxnId="{45E765FA-76FF-4592-BA00-EA0EE4C2F55E}">
      <dgm:prSet/>
      <dgm:spPr/>
      <dgm:t>
        <a:bodyPr/>
        <a:lstStyle/>
        <a:p>
          <a:endParaRPr lang="en-IN"/>
        </a:p>
      </dgm:t>
    </dgm:pt>
    <dgm:pt modelId="{ED1E0BD4-3103-4D72-8F7A-58C6F2A156A5}">
      <dgm:prSet phldrT="[Text]" phldr="0"/>
      <dgm:spPr/>
      <dgm:t>
        <a:bodyPr/>
        <a:lstStyle/>
        <a:p>
          <a:r>
            <a:rPr lang="en-US" dirty="0"/>
            <a:t>Someone pretends to be you online Enable 2FA and monitor accounts .</a:t>
          </a:r>
          <a:endParaRPr lang="en-IN" dirty="0"/>
        </a:p>
      </dgm:t>
    </dgm:pt>
    <dgm:pt modelId="{DF40369A-CAC0-40E8-A80F-B8C411EB7CB9}" type="parTrans" cxnId="{6BF1D22C-F164-42E7-B975-5929C6389D10}">
      <dgm:prSet/>
      <dgm:spPr/>
      <dgm:t>
        <a:bodyPr/>
        <a:lstStyle/>
        <a:p>
          <a:endParaRPr lang="en-IN"/>
        </a:p>
      </dgm:t>
    </dgm:pt>
    <dgm:pt modelId="{6ED8A4FA-E972-4EE4-8E38-A9E1DFAB3C47}" type="sibTrans" cxnId="{6BF1D22C-F164-42E7-B975-5929C6389D10}">
      <dgm:prSet/>
      <dgm:spPr/>
      <dgm:t>
        <a:bodyPr/>
        <a:lstStyle/>
        <a:p>
          <a:endParaRPr lang="en-IN"/>
        </a:p>
      </dgm:t>
    </dgm:pt>
    <dgm:pt modelId="{C0EBED33-3D32-4E87-B467-A37C15416935}" type="pres">
      <dgm:prSet presAssocID="{8A4AD106-F5E5-4331-A61D-31AAD83DF1FD}" presName="linearFlow" presStyleCnt="0">
        <dgm:presLayoutVars>
          <dgm:dir/>
          <dgm:animLvl val="lvl"/>
          <dgm:resizeHandles val="exact"/>
        </dgm:presLayoutVars>
      </dgm:prSet>
      <dgm:spPr/>
    </dgm:pt>
    <dgm:pt modelId="{AE1B93FC-A13A-416D-AF28-BC0F1C1A6A29}" type="pres">
      <dgm:prSet presAssocID="{FC775C6A-BADC-4701-8015-28E946ABA033}" presName="composite" presStyleCnt="0"/>
      <dgm:spPr/>
    </dgm:pt>
    <dgm:pt modelId="{4D1BAE74-60C0-4F46-B1C1-991536AC5D44}" type="pres">
      <dgm:prSet presAssocID="{FC775C6A-BADC-4701-8015-28E946ABA033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E473448A-B9F9-4AE2-B5D2-EED7AA495C4A}" type="pres">
      <dgm:prSet presAssocID="{FC775C6A-BADC-4701-8015-28E946ABA033}" presName="descendantText" presStyleLbl="alignAcc1" presStyleIdx="0" presStyleCnt="3">
        <dgm:presLayoutVars>
          <dgm:bulletEnabled val="1"/>
        </dgm:presLayoutVars>
      </dgm:prSet>
      <dgm:spPr/>
    </dgm:pt>
    <dgm:pt modelId="{65EFEE17-3513-4BF3-9776-CF6F9D86DF1E}" type="pres">
      <dgm:prSet presAssocID="{3EE2655C-1230-43AF-9647-70BBDAEB3FA3}" presName="sp" presStyleCnt="0"/>
      <dgm:spPr/>
    </dgm:pt>
    <dgm:pt modelId="{C1EF831E-AF03-48C9-94CD-5B4AFD09488E}" type="pres">
      <dgm:prSet presAssocID="{0F72855E-E714-49CF-9A0E-913C8F820763}" presName="composite" presStyleCnt="0"/>
      <dgm:spPr/>
    </dgm:pt>
    <dgm:pt modelId="{2CA6B343-0196-4EB5-964F-8B50031348A6}" type="pres">
      <dgm:prSet presAssocID="{0F72855E-E714-49CF-9A0E-913C8F820763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3F9A680C-E314-45EC-B83D-B0877D43205B}" type="pres">
      <dgm:prSet presAssocID="{0F72855E-E714-49CF-9A0E-913C8F820763}" presName="descendantText" presStyleLbl="alignAcc1" presStyleIdx="1" presStyleCnt="3">
        <dgm:presLayoutVars>
          <dgm:bulletEnabled val="1"/>
        </dgm:presLayoutVars>
      </dgm:prSet>
      <dgm:spPr/>
    </dgm:pt>
    <dgm:pt modelId="{9640C730-5356-463E-BB17-1B4ED6F8353B}" type="pres">
      <dgm:prSet presAssocID="{0E37625A-A580-4722-B274-048E05883848}" presName="sp" presStyleCnt="0"/>
      <dgm:spPr/>
    </dgm:pt>
    <dgm:pt modelId="{4FB88A78-DC9D-4BE3-A95F-EBB2336DB43C}" type="pres">
      <dgm:prSet presAssocID="{D7117AA1-3D83-47C5-B42D-FB21B987FCCC}" presName="composite" presStyleCnt="0"/>
      <dgm:spPr/>
    </dgm:pt>
    <dgm:pt modelId="{4C1C79C5-0366-49BA-AA31-A13DDFA9FB3B}" type="pres">
      <dgm:prSet presAssocID="{D7117AA1-3D83-47C5-B42D-FB21B987FCCC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519586C0-02FE-42A3-B397-25F6FF94DA96}" type="pres">
      <dgm:prSet presAssocID="{D7117AA1-3D83-47C5-B42D-FB21B987FCCC}" presName="descendantText" presStyleLbl="alignAcc1" presStyleIdx="2" presStyleCnt="3" custScaleX="100883" custLinFactNeighborX="4164" custLinFactNeighborY="-3">
        <dgm:presLayoutVars>
          <dgm:bulletEnabled val="1"/>
        </dgm:presLayoutVars>
      </dgm:prSet>
      <dgm:spPr/>
    </dgm:pt>
  </dgm:ptLst>
  <dgm:cxnLst>
    <dgm:cxn modelId="{9D2C2227-93C9-4DCF-98FC-510D5D699D8F}" srcId="{8A4AD106-F5E5-4331-A61D-31AAD83DF1FD}" destId="{FC775C6A-BADC-4701-8015-28E946ABA033}" srcOrd="0" destOrd="0" parTransId="{1327B931-F9E5-4E0A-9EEF-A0AFDD189F54}" sibTransId="{3EE2655C-1230-43AF-9647-70BBDAEB3FA3}"/>
    <dgm:cxn modelId="{6BF1D22C-F164-42E7-B975-5929C6389D10}" srcId="{D7117AA1-3D83-47C5-B42D-FB21B987FCCC}" destId="{ED1E0BD4-3103-4D72-8F7A-58C6F2A156A5}" srcOrd="1" destOrd="0" parTransId="{DF40369A-CAC0-40E8-A80F-B8C411EB7CB9}" sibTransId="{6ED8A4FA-E972-4EE4-8E38-A9E1DFAB3C47}"/>
    <dgm:cxn modelId="{57BF8D3C-64BA-40FA-99B9-D88E94EF9053}" type="presOf" srcId="{0F72855E-E714-49CF-9A0E-913C8F820763}" destId="{2CA6B343-0196-4EB5-964F-8B50031348A6}" srcOrd="0" destOrd="0" presId="urn:microsoft.com/office/officeart/2005/8/layout/chevron2"/>
    <dgm:cxn modelId="{4FE24A66-9C71-45C3-A11B-51B730644D2B}" type="presOf" srcId="{6C8E214C-DAFB-4405-919B-2EBCE9044725}" destId="{3F9A680C-E314-45EC-B83D-B0877D43205B}" srcOrd="0" destOrd="1" presId="urn:microsoft.com/office/officeart/2005/8/layout/chevron2"/>
    <dgm:cxn modelId="{9540C747-389E-467B-B920-54817458B91E}" type="presOf" srcId="{494025E4-939A-4152-97BD-D5C10AD4B5B3}" destId="{3F9A680C-E314-45EC-B83D-B0877D43205B}" srcOrd="0" destOrd="0" presId="urn:microsoft.com/office/officeart/2005/8/layout/chevron2"/>
    <dgm:cxn modelId="{CCDF9F4D-6E31-4B28-A9DE-971D1FB605CD}" srcId="{8A4AD106-F5E5-4331-A61D-31AAD83DF1FD}" destId="{0F72855E-E714-49CF-9A0E-913C8F820763}" srcOrd="1" destOrd="0" parTransId="{727CA81B-AF90-49C3-A460-EDA34A1E9B01}" sibTransId="{0E37625A-A580-4722-B274-048E05883848}"/>
    <dgm:cxn modelId="{C5C5B76D-52D5-4163-84BC-7DF67BCF1398}" srcId="{FC775C6A-BADC-4701-8015-28E946ABA033}" destId="{8170B7E1-DC96-4B0B-A8A9-19843FA6ECCA}" srcOrd="0" destOrd="0" parTransId="{51A4867C-3081-470F-98C6-8A2EA2BF5061}" sibTransId="{30ACDADE-4604-4A88-AE6F-FAE1897F5891}"/>
    <dgm:cxn modelId="{2AC4D452-7745-4079-8548-E49E58ACD07F}" type="presOf" srcId="{F404A286-2CFD-42C6-8862-6C3BC507AC83}" destId="{E473448A-B9F9-4AE2-B5D2-EED7AA495C4A}" srcOrd="0" destOrd="1" presId="urn:microsoft.com/office/officeart/2005/8/layout/chevron2"/>
    <dgm:cxn modelId="{A2A6325A-4501-4E41-A395-7F99342C8661}" srcId="{8A4AD106-F5E5-4331-A61D-31AAD83DF1FD}" destId="{D7117AA1-3D83-47C5-B42D-FB21B987FCCC}" srcOrd="2" destOrd="0" parTransId="{CCD1EA05-4A2E-4EAE-B79C-6ACA8E536D90}" sibTransId="{07C7D4FA-95DF-433C-B2E9-858FA4138501}"/>
    <dgm:cxn modelId="{60CD1087-846C-4EF1-BA02-1A49347D92BA}" type="presOf" srcId="{527C6BD5-1411-442D-B0BE-66BCCBD40017}" destId="{519586C0-02FE-42A3-B397-25F6FF94DA96}" srcOrd="0" destOrd="0" presId="urn:microsoft.com/office/officeart/2005/8/layout/chevron2"/>
    <dgm:cxn modelId="{D0961091-FC36-48DA-A446-188E5B4BF196}" type="presOf" srcId="{D7117AA1-3D83-47C5-B42D-FB21B987FCCC}" destId="{4C1C79C5-0366-49BA-AA31-A13DDFA9FB3B}" srcOrd="0" destOrd="0" presId="urn:microsoft.com/office/officeart/2005/8/layout/chevron2"/>
    <dgm:cxn modelId="{91535195-EEF3-4B0F-8390-D404567E2D63}" type="presOf" srcId="{FC775C6A-BADC-4701-8015-28E946ABA033}" destId="{4D1BAE74-60C0-4F46-B1C1-991536AC5D44}" srcOrd="0" destOrd="0" presId="urn:microsoft.com/office/officeart/2005/8/layout/chevron2"/>
    <dgm:cxn modelId="{6AA4F69C-F9D2-4436-ACC1-6B769FA1A137}" type="presOf" srcId="{8170B7E1-DC96-4B0B-A8A9-19843FA6ECCA}" destId="{E473448A-B9F9-4AE2-B5D2-EED7AA495C4A}" srcOrd="0" destOrd="0" presId="urn:microsoft.com/office/officeart/2005/8/layout/chevron2"/>
    <dgm:cxn modelId="{8B5ED4A7-CDA7-40F0-ABEB-E2E375989A2D}" type="presOf" srcId="{8A4AD106-F5E5-4331-A61D-31AAD83DF1FD}" destId="{C0EBED33-3D32-4E87-B467-A37C15416935}" srcOrd="0" destOrd="0" presId="urn:microsoft.com/office/officeart/2005/8/layout/chevron2"/>
    <dgm:cxn modelId="{0AAAD6D7-5CFC-4E68-A848-07C923C38CF7}" srcId="{0F72855E-E714-49CF-9A0E-913C8F820763}" destId="{494025E4-939A-4152-97BD-D5C10AD4B5B3}" srcOrd="0" destOrd="0" parTransId="{2A1A2467-0335-4377-AE6C-F7485DC8794D}" sibTransId="{BC133F8E-9689-4D57-9F16-ADEEF3F6FF08}"/>
    <dgm:cxn modelId="{66564BDB-8542-4FA2-B472-EADCFC9933FF}" type="presOf" srcId="{ED1E0BD4-3103-4D72-8F7A-58C6F2A156A5}" destId="{519586C0-02FE-42A3-B397-25F6FF94DA96}" srcOrd="0" destOrd="1" presId="urn:microsoft.com/office/officeart/2005/8/layout/chevron2"/>
    <dgm:cxn modelId="{BB6BFCE5-C665-4B53-8E70-6E02C56D5343}" srcId="{FC775C6A-BADC-4701-8015-28E946ABA033}" destId="{F404A286-2CFD-42C6-8862-6C3BC507AC83}" srcOrd="1" destOrd="0" parTransId="{94B28DF0-559A-4853-8277-B8A1802F6430}" sibTransId="{1A45E68A-6810-4D9B-9338-E42892249981}"/>
    <dgm:cxn modelId="{2F3C3DEE-A0B3-46F0-910B-6CABD2BE5100}" srcId="{0F72855E-E714-49CF-9A0E-913C8F820763}" destId="{6C8E214C-DAFB-4405-919B-2EBCE9044725}" srcOrd="1" destOrd="0" parTransId="{66610588-383C-421B-BB13-5686E159C1D7}" sibTransId="{1994411C-D581-4528-A3BE-BE9AD27B7B67}"/>
    <dgm:cxn modelId="{45E765FA-76FF-4592-BA00-EA0EE4C2F55E}" srcId="{D7117AA1-3D83-47C5-B42D-FB21B987FCCC}" destId="{527C6BD5-1411-442D-B0BE-66BCCBD40017}" srcOrd="0" destOrd="0" parTransId="{0D8EAA39-0562-480A-8D2B-AD92AA59BA0F}" sibTransId="{1FE358D9-BDCA-4AD9-BC02-28E3023F7F12}"/>
    <dgm:cxn modelId="{C70C6F8B-1836-42FE-AB38-9CDC3531F955}" type="presParOf" srcId="{C0EBED33-3D32-4E87-B467-A37C15416935}" destId="{AE1B93FC-A13A-416D-AF28-BC0F1C1A6A29}" srcOrd="0" destOrd="0" presId="urn:microsoft.com/office/officeart/2005/8/layout/chevron2"/>
    <dgm:cxn modelId="{BC86DF7A-DA4D-4085-9218-FD72BAC64E98}" type="presParOf" srcId="{AE1B93FC-A13A-416D-AF28-BC0F1C1A6A29}" destId="{4D1BAE74-60C0-4F46-B1C1-991536AC5D44}" srcOrd="0" destOrd="0" presId="urn:microsoft.com/office/officeart/2005/8/layout/chevron2"/>
    <dgm:cxn modelId="{12B37203-B9E9-49A0-A5F3-4623E552E9B2}" type="presParOf" srcId="{AE1B93FC-A13A-416D-AF28-BC0F1C1A6A29}" destId="{E473448A-B9F9-4AE2-B5D2-EED7AA495C4A}" srcOrd="1" destOrd="0" presId="urn:microsoft.com/office/officeart/2005/8/layout/chevron2"/>
    <dgm:cxn modelId="{ED1C24E8-70BE-4EC8-8CCF-735F73C693AF}" type="presParOf" srcId="{C0EBED33-3D32-4E87-B467-A37C15416935}" destId="{65EFEE17-3513-4BF3-9776-CF6F9D86DF1E}" srcOrd="1" destOrd="0" presId="urn:microsoft.com/office/officeart/2005/8/layout/chevron2"/>
    <dgm:cxn modelId="{6D591EFE-D22C-4EE0-BD76-79618E6290A4}" type="presParOf" srcId="{C0EBED33-3D32-4E87-B467-A37C15416935}" destId="{C1EF831E-AF03-48C9-94CD-5B4AFD09488E}" srcOrd="2" destOrd="0" presId="urn:microsoft.com/office/officeart/2005/8/layout/chevron2"/>
    <dgm:cxn modelId="{654BD910-597B-4170-829E-1C01B48FF68F}" type="presParOf" srcId="{C1EF831E-AF03-48C9-94CD-5B4AFD09488E}" destId="{2CA6B343-0196-4EB5-964F-8B50031348A6}" srcOrd="0" destOrd="0" presId="urn:microsoft.com/office/officeart/2005/8/layout/chevron2"/>
    <dgm:cxn modelId="{D7F3EBCC-496F-417F-B50B-1902E08A6D16}" type="presParOf" srcId="{C1EF831E-AF03-48C9-94CD-5B4AFD09488E}" destId="{3F9A680C-E314-45EC-B83D-B0877D43205B}" srcOrd="1" destOrd="0" presId="urn:microsoft.com/office/officeart/2005/8/layout/chevron2"/>
    <dgm:cxn modelId="{D636F4DA-6FB1-4032-8BAB-781ACAEAB3A5}" type="presParOf" srcId="{C0EBED33-3D32-4E87-B467-A37C15416935}" destId="{9640C730-5356-463E-BB17-1B4ED6F8353B}" srcOrd="3" destOrd="0" presId="urn:microsoft.com/office/officeart/2005/8/layout/chevron2"/>
    <dgm:cxn modelId="{2ABDE5BB-14FC-4C75-AC74-F3B1EA6A65D1}" type="presParOf" srcId="{C0EBED33-3D32-4E87-B467-A37C15416935}" destId="{4FB88A78-DC9D-4BE3-A95F-EBB2336DB43C}" srcOrd="4" destOrd="0" presId="urn:microsoft.com/office/officeart/2005/8/layout/chevron2"/>
    <dgm:cxn modelId="{E6F000B9-0CA1-4BFB-A243-8832964B68A6}" type="presParOf" srcId="{4FB88A78-DC9D-4BE3-A95F-EBB2336DB43C}" destId="{4C1C79C5-0366-49BA-AA31-A13DDFA9FB3B}" srcOrd="0" destOrd="0" presId="urn:microsoft.com/office/officeart/2005/8/layout/chevron2"/>
    <dgm:cxn modelId="{479167EB-7BB5-403D-9A59-77F0FCA0F8B0}" type="presParOf" srcId="{4FB88A78-DC9D-4BE3-A95F-EBB2336DB43C}" destId="{519586C0-02FE-42A3-B397-25F6FF94DA9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0116C52-DB4C-46DF-BA88-897280CFFF8F}" type="doc">
      <dgm:prSet loTypeId="urn:microsoft.com/office/officeart/2005/8/layout/hList7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8538523A-9CF8-4B5E-BA3E-5E6DA869F923}">
      <dgm:prSet phldrT="[Text]" phldr="0"/>
      <dgm:spPr/>
      <dgm:t>
        <a:bodyPr/>
        <a:lstStyle/>
        <a:p>
          <a:r>
            <a:rPr lang="en-US" dirty="0">
              <a:latin typeface="Cooper Black" panose="0208090404030B020404" pitchFamily="18" charset="0"/>
            </a:rPr>
            <a:t>UPI/Bank frauds cases</a:t>
          </a:r>
          <a:r>
            <a:rPr lang="en-US" dirty="0"/>
            <a:t>.</a:t>
          </a:r>
          <a:endParaRPr lang="en-IN" dirty="0"/>
        </a:p>
      </dgm:t>
    </dgm:pt>
    <dgm:pt modelId="{359EE776-F9EA-42ED-8387-83CD7887F250}" type="parTrans" cxnId="{449867BB-5279-4133-9354-AC64653A77E1}">
      <dgm:prSet/>
      <dgm:spPr/>
      <dgm:t>
        <a:bodyPr/>
        <a:lstStyle/>
        <a:p>
          <a:endParaRPr lang="en-IN"/>
        </a:p>
      </dgm:t>
    </dgm:pt>
    <dgm:pt modelId="{F3140754-38E4-4E16-AA94-B4CD447AF8EC}" type="sibTrans" cxnId="{449867BB-5279-4133-9354-AC64653A77E1}">
      <dgm:prSet/>
      <dgm:spPr/>
      <dgm:t>
        <a:bodyPr/>
        <a:lstStyle/>
        <a:p>
          <a:endParaRPr lang="en-IN"/>
        </a:p>
      </dgm:t>
    </dgm:pt>
    <dgm:pt modelId="{11561F11-F01F-4052-BEBC-70E4E673CD49}">
      <dgm:prSet phldrT="[Text]" phldr="0"/>
      <dgm:spPr/>
      <dgm:t>
        <a:bodyPr/>
        <a:lstStyle/>
        <a:p>
          <a:r>
            <a:rPr lang="en-US" dirty="0">
              <a:latin typeface="Cooper Black" panose="0208090404030B020404" pitchFamily="18" charset="0"/>
            </a:rPr>
            <a:t>Social media account hacking .</a:t>
          </a:r>
          <a:endParaRPr lang="en-IN" dirty="0">
            <a:latin typeface="Cooper Black" panose="0208090404030B020404" pitchFamily="18" charset="0"/>
          </a:endParaRPr>
        </a:p>
      </dgm:t>
    </dgm:pt>
    <dgm:pt modelId="{3C39B6A5-11E7-4482-B82B-2FA1074810CE}" type="parTrans" cxnId="{18513A32-232B-4A8B-8298-1B76B74BEAEC}">
      <dgm:prSet/>
      <dgm:spPr/>
      <dgm:t>
        <a:bodyPr/>
        <a:lstStyle/>
        <a:p>
          <a:endParaRPr lang="en-IN"/>
        </a:p>
      </dgm:t>
    </dgm:pt>
    <dgm:pt modelId="{785857C4-CFFC-4AA8-A955-B302B43E6460}" type="sibTrans" cxnId="{18513A32-232B-4A8B-8298-1B76B74BEAEC}">
      <dgm:prSet/>
      <dgm:spPr/>
      <dgm:t>
        <a:bodyPr/>
        <a:lstStyle/>
        <a:p>
          <a:endParaRPr lang="en-IN"/>
        </a:p>
      </dgm:t>
    </dgm:pt>
    <dgm:pt modelId="{07B1A09E-FBF5-4A4D-B7D9-8C5F71DC6137}">
      <dgm:prSet phldrT="[Text]" phldr="0"/>
      <dgm:spPr/>
      <dgm:t>
        <a:bodyPr/>
        <a:lstStyle/>
        <a:p>
          <a:r>
            <a:rPr lang="en-US" dirty="0">
              <a:latin typeface="Cooper Black" panose="0208090404030B020404" pitchFamily="18" charset="0"/>
            </a:rPr>
            <a:t>Online shopping scams.</a:t>
          </a:r>
          <a:endParaRPr lang="en-IN" dirty="0">
            <a:latin typeface="Cooper Black" panose="0208090404030B020404" pitchFamily="18" charset="0"/>
          </a:endParaRPr>
        </a:p>
      </dgm:t>
    </dgm:pt>
    <dgm:pt modelId="{C01DC939-11EA-4EF8-9459-22E5A41085AF}" type="parTrans" cxnId="{6FD9CBAB-EEDD-442D-8B96-CF0CFB1C5EA8}">
      <dgm:prSet/>
      <dgm:spPr/>
      <dgm:t>
        <a:bodyPr/>
        <a:lstStyle/>
        <a:p>
          <a:endParaRPr lang="en-IN"/>
        </a:p>
      </dgm:t>
    </dgm:pt>
    <dgm:pt modelId="{41D914EA-E623-4531-B9F8-3AAC6F2C9492}" type="sibTrans" cxnId="{6FD9CBAB-EEDD-442D-8B96-CF0CFB1C5EA8}">
      <dgm:prSet/>
      <dgm:spPr/>
      <dgm:t>
        <a:bodyPr/>
        <a:lstStyle/>
        <a:p>
          <a:endParaRPr lang="en-IN"/>
        </a:p>
      </dgm:t>
    </dgm:pt>
    <dgm:pt modelId="{C20DBD47-F646-45B2-AB29-D1D7153EAC8C}" type="pres">
      <dgm:prSet presAssocID="{80116C52-DB4C-46DF-BA88-897280CFFF8F}" presName="Name0" presStyleCnt="0">
        <dgm:presLayoutVars>
          <dgm:dir/>
          <dgm:resizeHandles val="exact"/>
        </dgm:presLayoutVars>
      </dgm:prSet>
      <dgm:spPr/>
    </dgm:pt>
    <dgm:pt modelId="{02EF38D0-D3A0-4BD6-B10C-A2860B8C102B}" type="pres">
      <dgm:prSet presAssocID="{80116C52-DB4C-46DF-BA88-897280CFFF8F}" presName="fgShape" presStyleLbl="fgShp" presStyleIdx="0" presStyleCnt="1"/>
      <dgm:spPr/>
    </dgm:pt>
    <dgm:pt modelId="{8F4F58F8-1C7A-406E-8EC0-F41C5E899AA1}" type="pres">
      <dgm:prSet presAssocID="{80116C52-DB4C-46DF-BA88-897280CFFF8F}" presName="linComp" presStyleCnt="0"/>
      <dgm:spPr/>
    </dgm:pt>
    <dgm:pt modelId="{822A71EA-FE30-415A-B7CB-55AC0802F1EA}" type="pres">
      <dgm:prSet presAssocID="{8538523A-9CF8-4B5E-BA3E-5E6DA869F923}" presName="compNode" presStyleCnt="0"/>
      <dgm:spPr/>
    </dgm:pt>
    <dgm:pt modelId="{B7299C79-684D-46F6-8F4B-D062AFEBEC7B}" type="pres">
      <dgm:prSet presAssocID="{8538523A-9CF8-4B5E-BA3E-5E6DA869F923}" presName="bkgdShape" presStyleLbl="node1" presStyleIdx="0" presStyleCnt="3"/>
      <dgm:spPr/>
    </dgm:pt>
    <dgm:pt modelId="{4AFEF100-9D1B-486D-9372-2399B06B80BC}" type="pres">
      <dgm:prSet presAssocID="{8538523A-9CF8-4B5E-BA3E-5E6DA869F923}" presName="nodeTx" presStyleLbl="node1" presStyleIdx="0" presStyleCnt="3">
        <dgm:presLayoutVars>
          <dgm:bulletEnabled val="1"/>
        </dgm:presLayoutVars>
      </dgm:prSet>
      <dgm:spPr/>
    </dgm:pt>
    <dgm:pt modelId="{69A8FD05-59D8-4A3C-B537-22050BC8E3E7}" type="pres">
      <dgm:prSet presAssocID="{8538523A-9CF8-4B5E-BA3E-5E6DA869F923}" presName="invisiNode" presStyleLbl="node1" presStyleIdx="0" presStyleCnt="3"/>
      <dgm:spPr/>
    </dgm:pt>
    <dgm:pt modelId="{800C5124-E3AF-408B-B78D-927669EC8A11}" type="pres">
      <dgm:prSet presAssocID="{8538523A-9CF8-4B5E-BA3E-5E6DA869F923}" presName="imagNode" presStyleLbl="fgImgPlace1" presStyleIdx="0" presStyleCnt="3"/>
      <dgm:spPr/>
    </dgm:pt>
    <dgm:pt modelId="{1D103F5B-291B-40D0-A52B-27FE3E3A3FC4}" type="pres">
      <dgm:prSet presAssocID="{F3140754-38E4-4E16-AA94-B4CD447AF8EC}" presName="sibTrans" presStyleLbl="sibTrans2D1" presStyleIdx="0" presStyleCnt="0"/>
      <dgm:spPr/>
    </dgm:pt>
    <dgm:pt modelId="{53687FE9-17AE-4EF2-B68D-D1B0A3E52EBE}" type="pres">
      <dgm:prSet presAssocID="{11561F11-F01F-4052-BEBC-70E4E673CD49}" presName="compNode" presStyleCnt="0"/>
      <dgm:spPr/>
    </dgm:pt>
    <dgm:pt modelId="{8B512315-1E2E-49C6-A64D-A9CE96934F48}" type="pres">
      <dgm:prSet presAssocID="{11561F11-F01F-4052-BEBC-70E4E673CD49}" presName="bkgdShape" presStyleLbl="node1" presStyleIdx="1" presStyleCnt="3" custLinFactNeighborX="185" custLinFactNeighborY="-276"/>
      <dgm:spPr/>
    </dgm:pt>
    <dgm:pt modelId="{CB192D41-EF91-4E90-AADC-508BF645D89C}" type="pres">
      <dgm:prSet presAssocID="{11561F11-F01F-4052-BEBC-70E4E673CD49}" presName="nodeTx" presStyleLbl="node1" presStyleIdx="1" presStyleCnt="3">
        <dgm:presLayoutVars>
          <dgm:bulletEnabled val="1"/>
        </dgm:presLayoutVars>
      </dgm:prSet>
      <dgm:spPr/>
    </dgm:pt>
    <dgm:pt modelId="{DF3BDD04-FE62-4DF6-8E98-3985979D48CD}" type="pres">
      <dgm:prSet presAssocID="{11561F11-F01F-4052-BEBC-70E4E673CD49}" presName="invisiNode" presStyleLbl="node1" presStyleIdx="1" presStyleCnt="3"/>
      <dgm:spPr/>
    </dgm:pt>
    <dgm:pt modelId="{7463C49D-2D5D-46E5-94E2-3D8B28234A16}" type="pres">
      <dgm:prSet presAssocID="{11561F11-F01F-4052-BEBC-70E4E673CD49}" presName="imagNode" presStyleLbl="fgImgPlace1" presStyleIdx="1" presStyleCnt="3"/>
      <dgm:spPr/>
    </dgm:pt>
    <dgm:pt modelId="{DF4DC7E8-DB80-4678-9824-2FE0B35B15D6}" type="pres">
      <dgm:prSet presAssocID="{785857C4-CFFC-4AA8-A955-B302B43E6460}" presName="sibTrans" presStyleLbl="sibTrans2D1" presStyleIdx="0" presStyleCnt="0"/>
      <dgm:spPr/>
    </dgm:pt>
    <dgm:pt modelId="{3C2399B0-2CF2-4E4B-8406-B8A21D42D455}" type="pres">
      <dgm:prSet presAssocID="{07B1A09E-FBF5-4A4D-B7D9-8C5F71DC6137}" presName="compNode" presStyleCnt="0"/>
      <dgm:spPr/>
    </dgm:pt>
    <dgm:pt modelId="{3351AD16-418E-4436-AA34-7C4072C442A3}" type="pres">
      <dgm:prSet presAssocID="{07B1A09E-FBF5-4A4D-B7D9-8C5F71DC6137}" presName="bkgdShape" presStyleLbl="node1" presStyleIdx="2" presStyleCnt="3" custLinFactNeighborX="-2302" custLinFactNeighborY="-228"/>
      <dgm:spPr/>
    </dgm:pt>
    <dgm:pt modelId="{F64BFF99-82C6-4B05-BF44-957E5ED0CB79}" type="pres">
      <dgm:prSet presAssocID="{07B1A09E-FBF5-4A4D-B7D9-8C5F71DC6137}" presName="nodeTx" presStyleLbl="node1" presStyleIdx="2" presStyleCnt="3">
        <dgm:presLayoutVars>
          <dgm:bulletEnabled val="1"/>
        </dgm:presLayoutVars>
      </dgm:prSet>
      <dgm:spPr/>
    </dgm:pt>
    <dgm:pt modelId="{2016A625-4409-427E-975B-D8D92EAB2A18}" type="pres">
      <dgm:prSet presAssocID="{07B1A09E-FBF5-4A4D-B7D9-8C5F71DC6137}" presName="invisiNode" presStyleLbl="node1" presStyleIdx="2" presStyleCnt="3"/>
      <dgm:spPr/>
    </dgm:pt>
    <dgm:pt modelId="{A6681688-D56D-40D6-8FC6-C497190B8446}" type="pres">
      <dgm:prSet presAssocID="{07B1A09E-FBF5-4A4D-B7D9-8C5F71DC6137}" presName="imagNode" presStyleLbl="fgImgPlace1" presStyleIdx="2" presStyleCnt="3"/>
      <dgm:spPr/>
    </dgm:pt>
  </dgm:ptLst>
  <dgm:cxnLst>
    <dgm:cxn modelId="{5443000D-CBB7-46C6-B420-CDFDC14E990B}" type="presOf" srcId="{80116C52-DB4C-46DF-BA88-897280CFFF8F}" destId="{C20DBD47-F646-45B2-AB29-D1D7153EAC8C}" srcOrd="0" destOrd="0" presId="urn:microsoft.com/office/officeart/2005/8/layout/hList7"/>
    <dgm:cxn modelId="{18513A32-232B-4A8B-8298-1B76B74BEAEC}" srcId="{80116C52-DB4C-46DF-BA88-897280CFFF8F}" destId="{11561F11-F01F-4052-BEBC-70E4E673CD49}" srcOrd="1" destOrd="0" parTransId="{3C39B6A5-11E7-4482-B82B-2FA1074810CE}" sibTransId="{785857C4-CFFC-4AA8-A955-B302B43E6460}"/>
    <dgm:cxn modelId="{B95E0A91-B40E-4A4E-AF77-9D96AF0B28DB}" type="presOf" srcId="{785857C4-CFFC-4AA8-A955-B302B43E6460}" destId="{DF4DC7E8-DB80-4678-9824-2FE0B35B15D6}" srcOrd="0" destOrd="0" presId="urn:microsoft.com/office/officeart/2005/8/layout/hList7"/>
    <dgm:cxn modelId="{A9F41D96-ED89-464C-AD29-5935332557AF}" type="presOf" srcId="{8538523A-9CF8-4B5E-BA3E-5E6DA869F923}" destId="{4AFEF100-9D1B-486D-9372-2399B06B80BC}" srcOrd="1" destOrd="0" presId="urn:microsoft.com/office/officeart/2005/8/layout/hList7"/>
    <dgm:cxn modelId="{0858BD99-EE48-4FB2-8934-0D9B9E37C4B5}" type="presOf" srcId="{11561F11-F01F-4052-BEBC-70E4E673CD49}" destId="{8B512315-1E2E-49C6-A64D-A9CE96934F48}" srcOrd="0" destOrd="0" presId="urn:microsoft.com/office/officeart/2005/8/layout/hList7"/>
    <dgm:cxn modelId="{52D6F09B-5F7A-445E-B98D-1B6AC6CD8665}" type="presOf" srcId="{07B1A09E-FBF5-4A4D-B7D9-8C5F71DC6137}" destId="{F64BFF99-82C6-4B05-BF44-957E5ED0CB79}" srcOrd="1" destOrd="0" presId="urn:microsoft.com/office/officeart/2005/8/layout/hList7"/>
    <dgm:cxn modelId="{6FD9CBAB-EEDD-442D-8B96-CF0CFB1C5EA8}" srcId="{80116C52-DB4C-46DF-BA88-897280CFFF8F}" destId="{07B1A09E-FBF5-4A4D-B7D9-8C5F71DC6137}" srcOrd="2" destOrd="0" parTransId="{C01DC939-11EA-4EF8-9459-22E5A41085AF}" sibTransId="{41D914EA-E623-4531-B9F8-3AAC6F2C9492}"/>
    <dgm:cxn modelId="{BD27F7B7-221A-48D5-B318-C47C7C4A368C}" type="presOf" srcId="{F3140754-38E4-4E16-AA94-B4CD447AF8EC}" destId="{1D103F5B-291B-40D0-A52B-27FE3E3A3FC4}" srcOrd="0" destOrd="0" presId="urn:microsoft.com/office/officeart/2005/8/layout/hList7"/>
    <dgm:cxn modelId="{449867BB-5279-4133-9354-AC64653A77E1}" srcId="{80116C52-DB4C-46DF-BA88-897280CFFF8F}" destId="{8538523A-9CF8-4B5E-BA3E-5E6DA869F923}" srcOrd="0" destOrd="0" parTransId="{359EE776-F9EA-42ED-8387-83CD7887F250}" sibTransId="{F3140754-38E4-4E16-AA94-B4CD447AF8EC}"/>
    <dgm:cxn modelId="{1C262FBC-199B-4AB8-B661-D54824D4B5BF}" type="presOf" srcId="{11561F11-F01F-4052-BEBC-70E4E673CD49}" destId="{CB192D41-EF91-4E90-AADC-508BF645D89C}" srcOrd="1" destOrd="0" presId="urn:microsoft.com/office/officeart/2005/8/layout/hList7"/>
    <dgm:cxn modelId="{E43707CC-5D8B-43FD-82CD-C9C7ECA80292}" type="presOf" srcId="{8538523A-9CF8-4B5E-BA3E-5E6DA869F923}" destId="{B7299C79-684D-46F6-8F4B-D062AFEBEC7B}" srcOrd="0" destOrd="0" presId="urn:microsoft.com/office/officeart/2005/8/layout/hList7"/>
    <dgm:cxn modelId="{BAFCAFE3-E8A5-4CE1-9426-9B4E024D5030}" type="presOf" srcId="{07B1A09E-FBF5-4A4D-B7D9-8C5F71DC6137}" destId="{3351AD16-418E-4436-AA34-7C4072C442A3}" srcOrd="0" destOrd="0" presId="urn:microsoft.com/office/officeart/2005/8/layout/hList7"/>
    <dgm:cxn modelId="{F3F82B89-9ACC-4D2B-B7FF-489359E41FE7}" type="presParOf" srcId="{C20DBD47-F646-45B2-AB29-D1D7153EAC8C}" destId="{02EF38D0-D3A0-4BD6-B10C-A2860B8C102B}" srcOrd="0" destOrd="0" presId="urn:microsoft.com/office/officeart/2005/8/layout/hList7"/>
    <dgm:cxn modelId="{8BBF2657-157C-4B46-B0F9-03F3C086D189}" type="presParOf" srcId="{C20DBD47-F646-45B2-AB29-D1D7153EAC8C}" destId="{8F4F58F8-1C7A-406E-8EC0-F41C5E899AA1}" srcOrd="1" destOrd="0" presId="urn:microsoft.com/office/officeart/2005/8/layout/hList7"/>
    <dgm:cxn modelId="{A26BB18A-4758-4904-8C9B-BF3C2E358A43}" type="presParOf" srcId="{8F4F58F8-1C7A-406E-8EC0-F41C5E899AA1}" destId="{822A71EA-FE30-415A-B7CB-55AC0802F1EA}" srcOrd="0" destOrd="0" presId="urn:microsoft.com/office/officeart/2005/8/layout/hList7"/>
    <dgm:cxn modelId="{04C344BE-1051-495D-8D02-D1E7B8896BDF}" type="presParOf" srcId="{822A71EA-FE30-415A-B7CB-55AC0802F1EA}" destId="{B7299C79-684D-46F6-8F4B-D062AFEBEC7B}" srcOrd="0" destOrd="0" presId="urn:microsoft.com/office/officeart/2005/8/layout/hList7"/>
    <dgm:cxn modelId="{C6495F6F-EB90-4E49-A5C6-901BE96F4E1A}" type="presParOf" srcId="{822A71EA-FE30-415A-B7CB-55AC0802F1EA}" destId="{4AFEF100-9D1B-486D-9372-2399B06B80BC}" srcOrd="1" destOrd="0" presId="urn:microsoft.com/office/officeart/2005/8/layout/hList7"/>
    <dgm:cxn modelId="{1A6BEFDE-1C02-4A95-96D7-6DBF5425B718}" type="presParOf" srcId="{822A71EA-FE30-415A-B7CB-55AC0802F1EA}" destId="{69A8FD05-59D8-4A3C-B537-22050BC8E3E7}" srcOrd="2" destOrd="0" presId="urn:microsoft.com/office/officeart/2005/8/layout/hList7"/>
    <dgm:cxn modelId="{BC5ED2A1-D93F-4AFC-BA91-57C2780287F8}" type="presParOf" srcId="{822A71EA-FE30-415A-B7CB-55AC0802F1EA}" destId="{800C5124-E3AF-408B-B78D-927669EC8A11}" srcOrd="3" destOrd="0" presId="urn:microsoft.com/office/officeart/2005/8/layout/hList7"/>
    <dgm:cxn modelId="{C32492C7-95E6-4CF1-A938-5B2FAA878C40}" type="presParOf" srcId="{8F4F58F8-1C7A-406E-8EC0-F41C5E899AA1}" destId="{1D103F5B-291B-40D0-A52B-27FE3E3A3FC4}" srcOrd="1" destOrd="0" presId="urn:microsoft.com/office/officeart/2005/8/layout/hList7"/>
    <dgm:cxn modelId="{C9DA6942-2092-41CE-95E9-24AD9995AA84}" type="presParOf" srcId="{8F4F58F8-1C7A-406E-8EC0-F41C5E899AA1}" destId="{53687FE9-17AE-4EF2-B68D-D1B0A3E52EBE}" srcOrd="2" destOrd="0" presId="urn:microsoft.com/office/officeart/2005/8/layout/hList7"/>
    <dgm:cxn modelId="{F769F23E-9DDF-4080-BE27-6D7594F4041C}" type="presParOf" srcId="{53687FE9-17AE-4EF2-B68D-D1B0A3E52EBE}" destId="{8B512315-1E2E-49C6-A64D-A9CE96934F48}" srcOrd="0" destOrd="0" presId="urn:microsoft.com/office/officeart/2005/8/layout/hList7"/>
    <dgm:cxn modelId="{86D7072B-2F2A-45DB-9EDB-512BE1FC7FEB}" type="presParOf" srcId="{53687FE9-17AE-4EF2-B68D-D1B0A3E52EBE}" destId="{CB192D41-EF91-4E90-AADC-508BF645D89C}" srcOrd="1" destOrd="0" presId="urn:microsoft.com/office/officeart/2005/8/layout/hList7"/>
    <dgm:cxn modelId="{57859BD6-68BD-4E2A-8083-02CD46D0F670}" type="presParOf" srcId="{53687FE9-17AE-4EF2-B68D-D1B0A3E52EBE}" destId="{DF3BDD04-FE62-4DF6-8E98-3985979D48CD}" srcOrd="2" destOrd="0" presId="urn:microsoft.com/office/officeart/2005/8/layout/hList7"/>
    <dgm:cxn modelId="{6A4A4FD0-0C14-4F44-A566-A056F16C5664}" type="presParOf" srcId="{53687FE9-17AE-4EF2-B68D-D1B0A3E52EBE}" destId="{7463C49D-2D5D-46E5-94E2-3D8B28234A16}" srcOrd="3" destOrd="0" presId="urn:microsoft.com/office/officeart/2005/8/layout/hList7"/>
    <dgm:cxn modelId="{1164116C-EC1A-41C0-BBCC-7F4691C5419A}" type="presParOf" srcId="{8F4F58F8-1C7A-406E-8EC0-F41C5E899AA1}" destId="{DF4DC7E8-DB80-4678-9824-2FE0B35B15D6}" srcOrd="3" destOrd="0" presId="urn:microsoft.com/office/officeart/2005/8/layout/hList7"/>
    <dgm:cxn modelId="{1DAAC770-2273-41A6-A8AD-5EE3EB407EEC}" type="presParOf" srcId="{8F4F58F8-1C7A-406E-8EC0-F41C5E899AA1}" destId="{3C2399B0-2CF2-4E4B-8406-B8A21D42D455}" srcOrd="4" destOrd="0" presId="urn:microsoft.com/office/officeart/2005/8/layout/hList7"/>
    <dgm:cxn modelId="{BBAA9707-853A-4B09-8E30-708AE6CDD8E9}" type="presParOf" srcId="{3C2399B0-2CF2-4E4B-8406-B8A21D42D455}" destId="{3351AD16-418E-4436-AA34-7C4072C442A3}" srcOrd="0" destOrd="0" presId="urn:microsoft.com/office/officeart/2005/8/layout/hList7"/>
    <dgm:cxn modelId="{0366F57E-B4FE-4E94-8D23-B27F3FEF94B9}" type="presParOf" srcId="{3C2399B0-2CF2-4E4B-8406-B8A21D42D455}" destId="{F64BFF99-82C6-4B05-BF44-957E5ED0CB79}" srcOrd="1" destOrd="0" presId="urn:microsoft.com/office/officeart/2005/8/layout/hList7"/>
    <dgm:cxn modelId="{3535A2FC-265F-40AD-AE6D-1D02E56DE536}" type="presParOf" srcId="{3C2399B0-2CF2-4E4B-8406-B8A21D42D455}" destId="{2016A625-4409-427E-975B-D8D92EAB2A18}" srcOrd="2" destOrd="0" presId="urn:microsoft.com/office/officeart/2005/8/layout/hList7"/>
    <dgm:cxn modelId="{68F23DF5-DE19-4270-94BE-B91CBC8331D5}" type="presParOf" srcId="{3C2399B0-2CF2-4E4B-8406-B8A21D42D455}" destId="{A6681688-D56D-40D6-8FC6-C497190B8446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87256B3-FF7F-4F22-B022-3189002D01F8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F893296B-AD6B-4F96-B7EE-7CC15E2541A3}">
      <dgm:prSet/>
      <dgm:spPr/>
      <dgm:t>
        <a:bodyPr/>
        <a:lstStyle/>
        <a:p>
          <a:r>
            <a:rPr lang="en-US"/>
            <a:t>. We share personal data online – photos , passwords , banking info.</a:t>
          </a:r>
          <a:endParaRPr lang="en-IN"/>
        </a:p>
      </dgm:t>
    </dgm:pt>
    <dgm:pt modelId="{CF20629F-30E2-496D-A86E-ACCC7B4BBED6}" type="parTrans" cxnId="{FF838D15-7258-42FD-A67B-AF2EE687A17E}">
      <dgm:prSet/>
      <dgm:spPr/>
      <dgm:t>
        <a:bodyPr/>
        <a:lstStyle/>
        <a:p>
          <a:endParaRPr lang="en-IN"/>
        </a:p>
      </dgm:t>
    </dgm:pt>
    <dgm:pt modelId="{14E7E73E-5E88-4236-A029-F2A478ED258D}" type="sibTrans" cxnId="{FF838D15-7258-42FD-A67B-AF2EE687A17E}">
      <dgm:prSet/>
      <dgm:spPr/>
      <dgm:t>
        <a:bodyPr/>
        <a:lstStyle/>
        <a:p>
          <a:endParaRPr lang="en-IN"/>
        </a:p>
      </dgm:t>
    </dgm:pt>
    <dgm:pt modelId="{08DCB1DC-7771-4789-A0C5-6F17AC894030}">
      <dgm:prSet/>
      <dgm:spPr/>
      <dgm:t>
        <a:bodyPr/>
        <a:lstStyle/>
        <a:p>
          <a:r>
            <a:rPr lang="en-US"/>
            <a:t>.Cyber threats are increasing every year.</a:t>
          </a:r>
          <a:endParaRPr lang="en-IN"/>
        </a:p>
      </dgm:t>
    </dgm:pt>
    <dgm:pt modelId="{46CCB853-1DBF-4A6C-84C8-A9F43B5F7BFF}" type="parTrans" cxnId="{D42678EF-7601-440F-927D-4F27FE04376A}">
      <dgm:prSet/>
      <dgm:spPr/>
      <dgm:t>
        <a:bodyPr/>
        <a:lstStyle/>
        <a:p>
          <a:endParaRPr lang="en-IN"/>
        </a:p>
      </dgm:t>
    </dgm:pt>
    <dgm:pt modelId="{6D193B28-18C2-4936-9EC9-696EE8EB156E}" type="sibTrans" cxnId="{D42678EF-7601-440F-927D-4F27FE04376A}">
      <dgm:prSet/>
      <dgm:spPr/>
      <dgm:t>
        <a:bodyPr/>
        <a:lstStyle/>
        <a:p>
          <a:endParaRPr lang="en-IN"/>
        </a:p>
      </dgm:t>
    </dgm:pt>
    <dgm:pt modelId="{2E00A7F9-A3F0-425A-BD68-F3F9FFBE27C2}">
      <dgm:prSet/>
      <dgm:spPr/>
      <dgm:t>
        <a:bodyPr/>
        <a:lstStyle/>
        <a:p>
          <a:r>
            <a:rPr lang="en-US"/>
            <a:t>.Trust keeps online businesses , payments &amp; communication running .</a:t>
          </a:r>
          <a:endParaRPr lang="en-IN"/>
        </a:p>
      </dgm:t>
    </dgm:pt>
    <dgm:pt modelId="{AD10F7FF-FC1D-44F0-9D7F-B50B0A75220A}" type="parTrans" cxnId="{0CAF3696-4078-454E-AEA5-BE2788A02322}">
      <dgm:prSet/>
      <dgm:spPr/>
      <dgm:t>
        <a:bodyPr/>
        <a:lstStyle/>
        <a:p>
          <a:endParaRPr lang="en-IN"/>
        </a:p>
      </dgm:t>
    </dgm:pt>
    <dgm:pt modelId="{11E1D83F-F6D8-4A68-9E69-BE22F337B198}" type="sibTrans" cxnId="{0CAF3696-4078-454E-AEA5-BE2788A02322}">
      <dgm:prSet/>
      <dgm:spPr/>
      <dgm:t>
        <a:bodyPr/>
        <a:lstStyle/>
        <a:p>
          <a:endParaRPr lang="en-IN"/>
        </a:p>
      </dgm:t>
    </dgm:pt>
    <dgm:pt modelId="{90A59A42-A785-497A-A6F0-048907755CA8}" type="pres">
      <dgm:prSet presAssocID="{187256B3-FF7F-4F22-B022-3189002D01F8}" presName="compositeShape" presStyleCnt="0">
        <dgm:presLayoutVars>
          <dgm:chMax val="7"/>
          <dgm:dir/>
          <dgm:resizeHandles val="exact"/>
        </dgm:presLayoutVars>
      </dgm:prSet>
      <dgm:spPr/>
    </dgm:pt>
    <dgm:pt modelId="{2C5C0D73-4804-4035-B7DA-98DC3AB552F9}" type="pres">
      <dgm:prSet presAssocID="{F893296B-AD6B-4F96-B7EE-7CC15E2541A3}" presName="circ1" presStyleLbl="vennNode1" presStyleIdx="0" presStyleCnt="3"/>
      <dgm:spPr/>
    </dgm:pt>
    <dgm:pt modelId="{D1FBBBAA-464D-41C8-BB8B-9020AF9650C1}" type="pres">
      <dgm:prSet presAssocID="{F893296B-AD6B-4F96-B7EE-7CC15E2541A3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0FCF439-A543-4D0A-B140-1E0C7FEA804F}" type="pres">
      <dgm:prSet presAssocID="{08DCB1DC-7771-4789-A0C5-6F17AC894030}" presName="circ2" presStyleLbl="vennNode1" presStyleIdx="1" presStyleCnt="3"/>
      <dgm:spPr/>
    </dgm:pt>
    <dgm:pt modelId="{3C7A8E4E-80F8-4033-A6CD-C52B8F90D08A}" type="pres">
      <dgm:prSet presAssocID="{08DCB1DC-7771-4789-A0C5-6F17AC89403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AAD25B9-63D2-4CD9-B85F-11554AF9AFA9}" type="pres">
      <dgm:prSet presAssocID="{2E00A7F9-A3F0-425A-BD68-F3F9FFBE27C2}" presName="circ3" presStyleLbl="vennNode1" presStyleIdx="2" presStyleCnt="3"/>
      <dgm:spPr/>
    </dgm:pt>
    <dgm:pt modelId="{109DACB0-6F7A-4033-AB89-0E31B4951CB2}" type="pres">
      <dgm:prSet presAssocID="{2E00A7F9-A3F0-425A-BD68-F3F9FFBE27C2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4E665904-1DAD-4445-A485-3ED5CEC2C7F3}" type="presOf" srcId="{F893296B-AD6B-4F96-B7EE-7CC15E2541A3}" destId="{D1FBBBAA-464D-41C8-BB8B-9020AF9650C1}" srcOrd="1" destOrd="0" presId="urn:microsoft.com/office/officeart/2005/8/layout/venn1"/>
    <dgm:cxn modelId="{FF838D15-7258-42FD-A67B-AF2EE687A17E}" srcId="{187256B3-FF7F-4F22-B022-3189002D01F8}" destId="{F893296B-AD6B-4F96-B7EE-7CC15E2541A3}" srcOrd="0" destOrd="0" parTransId="{CF20629F-30E2-496D-A86E-ACCC7B4BBED6}" sibTransId="{14E7E73E-5E88-4236-A029-F2A478ED258D}"/>
    <dgm:cxn modelId="{63E5EF32-02B5-4BB2-8A33-3800FAE09BE0}" type="presOf" srcId="{2E00A7F9-A3F0-425A-BD68-F3F9FFBE27C2}" destId="{109DACB0-6F7A-4033-AB89-0E31B4951CB2}" srcOrd="1" destOrd="0" presId="urn:microsoft.com/office/officeart/2005/8/layout/venn1"/>
    <dgm:cxn modelId="{0CAF3696-4078-454E-AEA5-BE2788A02322}" srcId="{187256B3-FF7F-4F22-B022-3189002D01F8}" destId="{2E00A7F9-A3F0-425A-BD68-F3F9FFBE27C2}" srcOrd="2" destOrd="0" parTransId="{AD10F7FF-FC1D-44F0-9D7F-B50B0A75220A}" sibTransId="{11E1D83F-F6D8-4A68-9E69-BE22F337B198}"/>
    <dgm:cxn modelId="{E48D1D9C-1313-4ED3-97E2-E35D7DAF412C}" type="presOf" srcId="{08DCB1DC-7771-4789-A0C5-6F17AC894030}" destId="{3C7A8E4E-80F8-4033-A6CD-C52B8F90D08A}" srcOrd="1" destOrd="0" presId="urn:microsoft.com/office/officeart/2005/8/layout/venn1"/>
    <dgm:cxn modelId="{462878AF-BE1D-4CD5-99A9-62D47A9396D2}" type="presOf" srcId="{2E00A7F9-A3F0-425A-BD68-F3F9FFBE27C2}" destId="{BAAD25B9-63D2-4CD9-B85F-11554AF9AFA9}" srcOrd="0" destOrd="0" presId="urn:microsoft.com/office/officeart/2005/8/layout/venn1"/>
    <dgm:cxn modelId="{A2D1C8BD-75D3-4DFE-9083-0112007BDA70}" type="presOf" srcId="{08DCB1DC-7771-4789-A0C5-6F17AC894030}" destId="{F0FCF439-A543-4D0A-B140-1E0C7FEA804F}" srcOrd="0" destOrd="0" presId="urn:microsoft.com/office/officeart/2005/8/layout/venn1"/>
    <dgm:cxn modelId="{59A977C2-6200-411F-AB43-D4D9EA7D046B}" type="presOf" srcId="{F893296B-AD6B-4F96-B7EE-7CC15E2541A3}" destId="{2C5C0D73-4804-4035-B7DA-98DC3AB552F9}" srcOrd="0" destOrd="0" presId="urn:microsoft.com/office/officeart/2005/8/layout/venn1"/>
    <dgm:cxn modelId="{1AD310D4-91FC-4672-9B72-2EB59994A706}" type="presOf" srcId="{187256B3-FF7F-4F22-B022-3189002D01F8}" destId="{90A59A42-A785-497A-A6F0-048907755CA8}" srcOrd="0" destOrd="0" presId="urn:microsoft.com/office/officeart/2005/8/layout/venn1"/>
    <dgm:cxn modelId="{D42678EF-7601-440F-927D-4F27FE04376A}" srcId="{187256B3-FF7F-4F22-B022-3189002D01F8}" destId="{08DCB1DC-7771-4789-A0C5-6F17AC894030}" srcOrd="1" destOrd="0" parTransId="{46CCB853-1DBF-4A6C-84C8-A9F43B5F7BFF}" sibTransId="{6D193B28-18C2-4936-9EC9-696EE8EB156E}"/>
    <dgm:cxn modelId="{9FDC57F2-3F4D-4FC2-9B8F-C45146FEC902}" type="presParOf" srcId="{90A59A42-A785-497A-A6F0-048907755CA8}" destId="{2C5C0D73-4804-4035-B7DA-98DC3AB552F9}" srcOrd="0" destOrd="0" presId="urn:microsoft.com/office/officeart/2005/8/layout/venn1"/>
    <dgm:cxn modelId="{9B5A7232-F14E-458A-880B-B6EBBF596A26}" type="presParOf" srcId="{90A59A42-A785-497A-A6F0-048907755CA8}" destId="{D1FBBBAA-464D-41C8-BB8B-9020AF9650C1}" srcOrd="1" destOrd="0" presId="urn:microsoft.com/office/officeart/2005/8/layout/venn1"/>
    <dgm:cxn modelId="{1D2AAF83-49E9-4F2B-A04F-196776B92688}" type="presParOf" srcId="{90A59A42-A785-497A-A6F0-048907755CA8}" destId="{F0FCF439-A543-4D0A-B140-1E0C7FEA804F}" srcOrd="2" destOrd="0" presId="urn:microsoft.com/office/officeart/2005/8/layout/venn1"/>
    <dgm:cxn modelId="{9F167DEF-8440-4A6C-95E2-C655CFB8CA04}" type="presParOf" srcId="{90A59A42-A785-497A-A6F0-048907755CA8}" destId="{3C7A8E4E-80F8-4033-A6CD-C52B8F90D08A}" srcOrd="3" destOrd="0" presId="urn:microsoft.com/office/officeart/2005/8/layout/venn1"/>
    <dgm:cxn modelId="{42D0AC99-5576-4046-BB7D-E6F694679E77}" type="presParOf" srcId="{90A59A42-A785-497A-A6F0-048907755CA8}" destId="{BAAD25B9-63D2-4CD9-B85F-11554AF9AFA9}" srcOrd="4" destOrd="0" presId="urn:microsoft.com/office/officeart/2005/8/layout/venn1"/>
    <dgm:cxn modelId="{5D56258E-F04A-413A-9525-67E3F7037980}" type="presParOf" srcId="{90A59A42-A785-497A-A6F0-048907755CA8}" destId="{109DACB0-6F7A-4033-AB89-0E31B4951CB2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F1CF045-E422-443A-9C4F-296663353FEE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934BDB2D-E8B0-472F-B68F-40527841AA43}">
      <dgm:prSet/>
      <dgm:spPr/>
      <dgm:t>
        <a:bodyPr/>
        <a:lstStyle/>
        <a:p>
          <a:r>
            <a:rPr lang="en-US"/>
            <a:t>Use strong ,unique passwords for each account .</a:t>
          </a:r>
          <a:endParaRPr lang="en-IN"/>
        </a:p>
      </dgm:t>
    </dgm:pt>
    <dgm:pt modelId="{E9B121AA-95B0-472D-B08A-2C4B70476D15}" type="parTrans" cxnId="{8031326E-CE99-459F-B615-314912813B1B}">
      <dgm:prSet/>
      <dgm:spPr/>
      <dgm:t>
        <a:bodyPr/>
        <a:lstStyle/>
        <a:p>
          <a:endParaRPr lang="en-IN"/>
        </a:p>
      </dgm:t>
    </dgm:pt>
    <dgm:pt modelId="{541639B2-4785-4CA0-9638-6EF7777DB730}" type="sibTrans" cxnId="{8031326E-CE99-459F-B615-314912813B1B}">
      <dgm:prSet/>
      <dgm:spPr/>
      <dgm:t>
        <a:bodyPr/>
        <a:lstStyle/>
        <a:p>
          <a:endParaRPr lang="en-IN"/>
        </a:p>
      </dgm:t>
    </dgm:pt>
    <dgm:pt modelId="{15030222-4E5D-482B-95A6-2385A8C2FD7B}">
      <dgm:prSet/>
      <dgm:spPr/>
      <dgm:t>
        <a:bodyPr/>
        <a:lstStyle/>
        <a:p>
          <a:r>
            <a:rPr lang="en-US"/>
            <a:t>Think before cilcking suspicious links .</a:t>
          </a:r>
          <a:endParaRPr lang="en-IN"/>
        </a:p>
      </dgm:t>
    </dgm:pt>
    <dgm:pt modelId="{66CA9008-4542-43FB-85CD-D49A8C6936C1}" type="parTrans" cxnId="{11303ABE-A8C8-4483-89E6-31325AC3CD40}">
      <dgm:prSet/>
      <dgm:spPr/>
      <dgm:t>
        <a:bodyPr/>
        <a:lstStyle/>
        <a:p>
          <a:endParaRPr lang="en-IN"/>
        </a:p>
      </dgm:t>
    </dgm:pt>
    <dgm:pt modelId="{A5BE6922-76FC-4E2E-A2A9-E019B4546DB9}" type="sibTrans" cxnId="{11303ABE-A8C8-4483-89E6-31325AC3CD40}">
      <dgm:prSet/>
      <dgm:spPr/>
      <dgm:t>
        <a:bodyPr/>
        <a:lstStyle/>
        <a:p>
          <a:endParaRPr lang="en-IN"/>
        </a:p>
      </dgm:t>
    </dgm:pt>
    <dgm:pt modelId="{388A31DA-499F-49D9-ADD0-B851584F16DE}">
      <dgm:prSet/>
      <dgm:spPr/>
      <dgm:t>
        <a:bodyPr/>
        <a:lstStyle/>
        <a:p>
          <a:r>
            <a:rPr lang="en-US"/>
            <a:t>Be cautions with personal data online </a:t>
          </a:r>
          <a:endParaRPr lang="en-IN"/>
        </a:p>
      </dgm:t>
    </dgm:pt>
    <dgm:pt modelId="{87D96697-D027-4A27-AEAF-EF2482E73886}" type="parTrans" cxnId="{91F0B20F-25EC-4024-9155-7F3DE4D43442}">
      <dgm:prSet/>
      <dgm:spPr/>
      <dgm:t>
        <a:bodyPr/>
        <a:lstStyle/>
        <a:p>
          <a:endParaRPr lang="en-IN"/>
        </a:p>
      </dgm:t>
    </dgm:pt>
    <dgm:pt modelId="{1E2252D8-B90C-4B54-9C4F-E229ED41E56B}" type="sibTrans" cxnId="{91F0B20F-25EC-4024-9155-7F3DE4D43442}">
      <dgm:prSet/>
      <dgm:spPr/>
      <dgm:t>
        <a:bodyPr/>
        <a:lstStyle/>
        <a:p>
          <a:endParaRPr lang="en-IN"/>
        </a:p>
      </dgm:t>
    </dgm:pt>
    <dgm:pt modelId="{34370D0D-9462-48E8-A97A-D621D27136D1}">
      <dgm:prSet/>
      <dgm:spPr/>
      <dgm:t>
        <a:bodyPr/>
        <a:lstStyle/>
        <a:p>
          <a:r>
            <a:rPr lang="en-US"/>
            <a:t>Enable two-factor authenciation everywhere.</a:t>
          </a:r>
          <a:endParaRPr lang="en-IN"/>
        </a:p>
      </dgm:t>
    </dgm:pt>
    <dgm:pt modelId="{B98F09D9-8E48-4205-9F03-EE5468281C95}" type="parTrans" cxnId="{84CA3B90-C50F-4818-9479-BF415CB965FD}">
      <dgm:prSet/>
      <dgm:spPr/>
      <dgm:t>
        <a:bodyPr/>
        <a:lstStyle/>
        <a:p>
          <a:endParaRPr lang="en-IN"/>
        </a:p>
      </dgm:t>
    </dgm:pt>
    <dgm:pt modelId="{480C946F-E73E-491B-AE61-4E6205557E23}" type="sibTrans" cxnId="{84CA3B90-C50F-4818-9479-BF415CB965FD}">
      <dgm:prSet/>
      <dgm:spPr/>
      <dgm:t>
        <a:bodyPr/>
        <a:lstStyle/>
        <a:p>
          <a:endParaRPr lang="en-IN"/>
        </a:p>
      </dgm:t>
    </dgm:pt>
    <dgm:pt modelId="{1AF22D2B-7FAA-4001-91F3-BD8CC361FF72}">
      <dgm:prSet/>
      <dgm:spPr/>
      <dgm:t>
        <a:bodyPr/>
        <a:lstStyle/>
        <a:p>
          <a:r>
            <a:rPr lang="en-US"/>
            <a:t>Keep software and device updated.</a:t>
          </a:r>
          <a:endParaRPr lang="en-IN"/>
        </a:p>
      </dgm:t>
    </dgm:pt>
    <dgm:pt modelId="{1EF71F41-CCE7-467B-9E69-442C02F38219}" type="parTrans" cxnId="{2CDF727F-8125-49C3-9588-776F5F9C0B60}">
      <dgm:prSet/>
      <dgm:spPr/>
      <dgm:t>
        <a:bodyPr/>
        <a:lstStyle/>
        <a:p>
          <a:endParaRPr lang="en-IN"/>
        </a:p>
      </dgm:t>
    </dgm:pt>
    <dgm:pt modelId="{DAF2D937-5DFA-4414-904D-EAC394544ACC}" type="sibTrans" cxnId="{2CDF727F-8125-49C3-9588-776F5F9C0B60}">
      <dgm:prSet/>
      <dgm:spPr/>
      <dgm:t>
        <a:bodyPr/>
        <a:lstStyle/>
        <a:p>
          <a:endParaRPr lang="en-IN"/>
        </a:p>
      </dgm:t>
    </dgm:pt>
    <dgm:pt modelId="{26074C2F-896C-49BC-9D5B-55DFE7C7E11B}">
      <dgm:prSet/>
      <dgm:spPr/>
      <dgm:t>
        <a:bodyPr/>
        <a:lstStyle/>
        <a:p>
          <a:r>
            <a:rPr lang="en-US"/>
            <a:t>Report suspicious activity promptly.</a:t>
          </a:r>
          <a:endParaRPr lang="en-IN"/>
        </a:p>
      </dgm:t>
    </dgm:pt>
    <dgm:pt modelId="{BFC0AD18-8FB9-42B2-BE55-D4270C9A20C9}" type="parTrans" cxnId="{CF499C77-0A6E-4CF7-8A2D-A1151C1BDEF5}">
      <dgm:prSet/>
      <dgm:spPr/>
      <dgm:t>
        <a:bodyPr/>
        <a:lstStyle/>
        <a:p>
          <a:endParaRPr lang="en-IN"/>
        </a:p>
      </dgm:t>
    </dgm:pt>
    <dgm:pt modelId="{4FD56B2A-FFC5-47B4-B8A3-5EA24135564F}" type="sibTrans" cxnId="{CF499C77-0A6E-4CF7-8A2D-A1151C1BDEF5}">
      <dgm:prSet/>
      <dgm:spPr/>
      <dgm:t>
        <a:bodyPr/>
        <a:lstStyle/>
        <a:p>
          <a:endParaRPr lang="en-IN"/>
        </a:p>
      </dgm:t>
    </dgm:pt>
    <dgm:pt modelId="{321C3E60-F02E-4FDD-998A-80A8D2FBA77C}" type="pres">
      <dgm:prSet presAssocID="{3F1CF045-E422-443A-9C4F-296663353FEE}" presName="compositeShape" presStyleCnt="0">
        <dgm:presLayoutVars>
          <dgm:chMax val="7"/>
          <dgm:dir/>
          <dgm:resizeHandles val="exact"/>
        </dgm:presLayoutVars>
      </dgm:prSet>
      <dgm:spPr/>
    </dgm:pt>
    <dgm:pt modelId="{64FB1D00-511B-4D95-AA21-938A1ED1ECB7}" type="pres">
      <dgm:prSet presAssocID="{934BDB2D-E8B0-472F-B68F-40527841AA43}" presName="circ1" presStyleLbl="vennNode1" presStyleIdx="0" presStyleCnt="6"/>
      <dgm:spPr/>
    </dgm:pt>
    <dgm:pt modelId="{65EC2D90-2860-46AC-B070-EF0277586280}" type="pres">
      <dgm:prSet presAssocID="{934BDB2D-E8B0-472F-B68F-40527841AA43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83AB883-19EA-456C-92D5-A4D9B8421AE7}" type="pres">
      <dgm:prSet presAssocID="{15030222-4E5D-482B-95A6-2385A8C2FD7B}" presName="circ2" presStyleLbl="vennNode1" presStyleIdx="1" presStyleCnt="6"/>
      <dgm:spPr/>
    </dgm:pt>
    <dgm:pt modelId="{9AA70EB4-12F8-4750-A985-5DBFEC360CDA}" type="pres">
      <dgm:prSet presAssocID="{15030222-4E5D-482B-95A6-2385A8C2FD7B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6BEBE01-0215-4C30-99A8-69A6E1E53399}" type="pres">
      <dgm:prSet presAssocID="{388A31DA-499F-49D9-ADD0-B851584F16DE}" presName="circ3" presStyleLbl="vennNode1" presStyleIdx="2" presStyleCnt="6"/>
      <dgm:spPr/>
    </dgm:pt>
    <dgm:pt modelId="{FDAD0628-10F0-45AE-8E90-637D4F63308A}" type="pres">
      <dgm:prSet presAssocID="{388A31DA-499F-49D9-ADD0-B851584F16DE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799E510-2078-47F4-9E29-3FD905EDB31E}" type="pres">
      <dgm:prSet presAssocID="{34370D0D-9462-48E8-A97A-D621D27136D1}" presName="circ4" presStyleLbl="vennNode1" presStyleIdx="3" presStyleCnt="6"/>
      <dgm:spPr/>
    </dgm:pt>
    <dgm:pt modelId="{B67AB1F1-663B-4572-83D8-BD1CFC3755BB}" type="pres">
      <dgm:prSet presAssocID="{34370D0D-9462-48E8-A97A-D621D27136D1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C43300E-3E36-4A7D-868F-A5E78660CCAD}" type="pres">
      <dgm:prSet presAssocID="{1AF22D2B-7FAA-4001-91F3-BD8CC361FF72}" presName="circ5" presStyleLbl="vennNode1" presStyleIdx="4" presStyleCnt="6"/>
      <dgm:spPr/>
    </dgm:pt>
    <dgm:pt modelId="{1A2C87AB-F368-41DE-AC34-106ED7EFAE57}" type="pres">
      <dgm:prSet presAssocID="{1AF22D2B-7FAA-4001-91F3-BD8CC361FF72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7F6571C-69DF-4A5F-A9CF-7EBAF10D8320}" type="pres">
      <dgm:prSet presAssocID="{26074C2F-896C-49BC-9D5B-55DFE7C7E11B}" presName="circ6" presStyleLbl="vennNode1" presStyleIdx="5" presStyleCnt="6"/>
      <dgm:spPr/>
    </dgm:pt>
    <dgm:pt modelId="{C465B1D2-9501-420E-8D8E-C869ED20CED1}" type="pres">
      <dgm:prSet presAssocID="{26074C2F-896C-49BC-9D5B-55DFE7C7E11B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91F0B20F-25EC-4024-9155-7F3DE4D43442}" srcId="{3F1CF045-E422-443A-9C4F-296663353FEE}" destId="{388A31DA-499F-49D9-ADD0-B851584F16DE}" srcOrd="2" destOrd="0" parTransId="{87D96697-D027-4A27-AEAF-EF2482E73886}" sibTransId="{1E2252D8-B90C-4B54-9C4F-E229ED41E56B}"/>
    <dgm:cxn modelId="{72603030-D147-4BD2-B542-312D050B6CDB}" type="presOf" srcId="{934BDB2D-E8B0-472F-B68F-40527841AA43}" destId="{65EC2D90-2860-46AC-B070-EF0277586280}" srcOrd="0" destOrd="0" presId="urn:microsoft.com/office/officeart/2005/8/layout/venn1"/>
    <dgm:cxn modelId="{CB8ED937-338A-4CAA-BF68-C79AC41314DA}" type="presOf" srcId="{26074C2F-896C-49BC-9D5B-55DFE7C7E11B}" destId="{C465B1D2-9501-420E-8D8E-C869ED20CED1}" srcOrd="0" destOrd="0" presId="urn:microsoft.com/office/officeart/2005/8/layout/venn1"/>
    <dgm:cxn modelId="{97417D39-D48C-4F32-89F2-05657E7F4B79}" type="presOf" srcId="{1AF22D2B-7FAA-4001-91F3-BD8CC361FF72}" destId="{1A2C87AB-F368-41DE-AC34-106ED7EFAE57}" srcOrd="0" destOrd="0" presId="urn:microsoft.com/office/officeart/2005/8/layout/venn1"/>
    <dgm:cxn modelId="{66BD0563-DC85-4FB4-B803-254983FD556E}" type="presOf" srcId="{388A31DA-499F-49D9-ADD0-B851584F16DE}" destId="{FDAD0628-10F0-45AE-8E90-637D4F63308A}" srcOrd="0" destOrd="0" presId="urn:microsoft.com/office/officeart/2005/8/layout/venn1"/>
    <dgm:cxn modelId="{A7838B6D-C8A1-446E-A594-FB2F501C6FC1}" type="presOf" srcId="{15030222-4E5D-482B-95A6-2385A8C2FD7B}" destId="{9AA70EB4-12F8-4750-A985-5DBFEC360CDA}" srcOrd="0" destOrd="0" presId="urn:microsoft.com/office/officeart/2005/8/layout/venn1"/>
    <dgm:cxn modelId="{8031326E-CE99-459F-B615-314912813B1B}" srcId="{3F1CF045-E422-443A-9C4F-296663353FEE}" destId="{934BDB2D-E8B0-472F-B68F-40527841AA43}" srcOrd="0" destOrd="0" parTransId="{E9B121AA-95B0-472D-B08A-2C4B70476D15}" sibTransId="{541639B2-4785-4CA0-9638-6EF7777DB730}"/>
    <dgm:cxn modelId="{CF499C77-0A6E-4CF7-8A2D-A1151C1BDEF5}" srcId="{3F1CF045-E422-443A-9C4F-296663353FEE}" destId="{26074C2F-896C-49BC-9D5B-55DFE7C7E11B}" srcOrd="5" destOrd="0" parTransId="{BFC0AD18-8FB9-42B2-BE55-D4270C9A20C9}" sibTransId="{4FD56B2A-FFC5-47B4-B8A3-5EA24135564F}"/>
    <dgm:cxn modelId="{2CDF727F-8125-49C3-9588-776F5F9C0B60}" srcId="{3F1CF045-E422-443A-9C4F-296663353FEE}" destId="{1AF22D2B-7FAA-4001-91F3-BD8CC361FF72}" srcOrd="4" destOrd="0" parTransId="{1EF71F41-CCE7-467B-9E69-442C02F38219}" sibTransId="{DAF2D937-5DFA-4414-904D-EAC394544ACC}"/>
    <dgm:cxn modelId="{84CA3B90-C50F-4818-9479-BF415CB965FD}" srcId="{3F1CF045-E422-443A-9C4F-296663353FEE}" destId="{34370D0D-9462-48E8-A97A-D621D27136D1}" srcOrd="3" destOrd="0" parTransId="{B98F09D9-8E48-4205-9F03-EE5468281C95}" sibTransId="{480C946F-E73E-491B-AE61-4E6205557E23}"/>
    <dgm:cxn modelId="{11303ABE-A8C8-4483-89E6-31325AC3CD40}" srcId="{3F1CF045-E422-443A-9C4F-296663353FEE}" destId="{15030222-4E5D-482B-95A6-2385A8C2FD7B}" srcOrd="1" destOrd="0" parTransId="{66CA9008-4542-43FB-85CD-D49A8C6936C1}" sibTransId="{A5BE6922-76FC-4E2E-A2A9-E019B4546DB9}"/>
    <dgm:cxn modelId="{5A562CDB-9577-4495-B0C9-AE2EF09834EC}" type="presOf" srcId="{3F1CF045-E422-443A-9C4F-296663353FEE}" destId="{321C3E60-F02E-4FDD-998A-80A8D2FBA77C}" srcOrd="0" destOrd="0" presId="urn:microsoft.com/office/officeart/2005/8/layout/venn1"/>
    <dgm:cxn modelId="{99AAD4FE-4BEC-4F32-B15D-C3981CFE1884}" type="presOf" srcId="{34370D0D-9462-48E8-A97A-D621D27136D1}" destId="{B67AB1F1-663B-4572-83D8-BD1CFC3755BB}" srcOrd="0" destOrd="0" presId="urn:microsoft.com/office/officeart/2005/8/layout/venn1"/>
    <dgm:cxn modelId="{05679CDF-0530-4EBC-8691-B56D017DD2E7}" type="presParOf" srcId="{321C3E60-F02E-4FDD-998A-80A8D2FBA77C}" destId="{64FB1D00-511B-4D95-AA21-938A1ED1ECB7}" srcOrd="0" destOrd="0" presId="urn:microsoft.com/office/officeart/2005/8/layout/venn1"/>
    <dgm:cxn modelId="{81AC1F0E-2A10-4A5A-8B22-C530A413C6F9}" type="presParOf" srcId="{321C3E60-F02E-4FDD-998A-80A8D2FBA77C}" destId="{65EC2D90-2860-46AC-B070-EF0277586280}" srcOrd="1" destOrd="0" presId="urn:microsoft.com/office/officeart/2005/8/layout/venn1"/>
    <dgm:cxn modelId="{AA7EC6C3-9C66-479F-9934-ECF4DBE0F3B6}" type="presParOf" srcId="{321C3E60-F02E-4FDD-998A-80A8D2FBA77C}" destId="{083AB883-19EA-456C-92D5-A4D9B8421AE7}" srcOrd="2" destOrd="0" presId="urn:microsoft.com/office/officeart/2005/8/layout/venn1"/>
    <dgm:cxn modelId="{C48DDF61-E82D-4698-8D68-1FDACF5A74D8}" type="presParOf" srcId="{321C3E60-F02E-4FDD-998A-80A8D2FBA77C}" destId="{9AA70EB4-12F8-4750-A985-5DBFEC360CDA}" srcOrd="3" destOrd="0" presId="urn:microsoft.com/office/officeart/2005/8/layout/venn1"/>
    <dgm:cxn modelId="{2E13DE7F-F023-4570-B1F1-1560EB3759E3}" type="presParOf" srcId="{321C3E60-F02E-4FDD-998A-80A8D2FBA77C}" destId="{46BEBE01-0215-4C30-99A8-69A6E1E53399}" srcOrd="4" destOrd="0" presId="urn:microsoft.com/office/officeart/2005/8/layout/venn1"/>
    <dgm:cxn modelId="{5DD9C353-3347-465D-BDD0-5046411C1E5D}" type="presParOf" srcId="{321C3E60-F02E-4FDD-998A-80A8D2FBA77C}" destId="{FDAD0628-10F0-45AE-8E90-637D4F63308A}" srcOrd="5" destOrd="0" presId="urn:microsoft.com/office/officeart/2005/8/layout/venn1"/>
    <dgm:cxn modelId="{8EFE6763-60FC-4F41-97C0-4B28BE0525D8}" type="presParOf" srcId="{321C3E60-F02E-4FDD-998A-80A8D2FBA77C}" destId="{1799E510-2078-47F4-9E29-3FD905EDB31E}" srcOrd="6" destOrd="0" presId="urn:microsoft.com/office/officeart/2005/8/layout/venn1"/>
    <dgm:cxn modelId="{BF7535B4-8EA9-4411-8F92-59D82D161213}" type="presParOf" srcId="{321C3E60-F02E-4FDD-998A-80A8D2FBA77C}" destId="{B67AB1F1-663B-4572-83D8-BD1CFC3755BB}" srcOrd="7" destOrd="0" presId="urn:microsoft.com/office/officeart/2005/8/layout/venn1"/>
    <dgm:cxn modelId="{6FB9BE6E-FD3F-4DF6-8F3F-843A8FA88CDA}" type="presParOf" srcId="{321C3E60-F02E-4FDD-998A-80A8D2FBA77C}" destId="{7C43300E-3E36-4A7D-868F-A5E78660CCAD}" srcOrd="8" destOrd="0" presId="urn:microsoft.com/office/officeart/2005/8/layout/venn1"/>
    <dgm:cxn modelId="{49EE254F-55A5-4630-968C-21CEE4DF7EE7}" type="presParOf" srcId="{321C3E60-F02E-4FDD-998A-80A8D2FBA77C}" destId="{1A2C87AB-F368-41DE-AC34-106ED7EFAE57}" srcOrd="9" destOrd="0" presId="urn:microsoft.com/office/officeart/2005/8/layout/venn1"/>
    <dgm:cxn modelId="{C07881C8-E9AA-4769-BB82-5D3990901609}" type="presParOf" srcId="{321C3E60-F02E-4FDD-998A-80A8D2FBA77C}" destId="{A7F6571C-69DF-4A5F-A9CF-7EBAF10D8320}" srcOrd="10" destOrd="0" presId="urn:microsoft.com/office/officeart/2005/8/layout/venn1"/>
    <dgm:cxn modelId="{E32F638F-0DF2-4DE6-9315-E4BBB427E6BC}" type="presParOf" srcId="{321C3E60-F02E-4FDD-998A-80A8D2FBA77C}" destId="{C465B1D2-9501-420E-8D8E-C869ED20CED1}" srcOrd="11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97AB96F-739C-4F26-B1BD-8F1AAF5E39EA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BD0E3942-C242-432E-BF49-0238C12162A3}">
      <dgm:prSet phldrT="[Text]" phldr="0" custT="1"/>
      <dgm:spPr/>
      <dgm:t>
        <a:bodyPr/>
        <a:lstStyle/>
        <a:p>
          <a:r>
            <a:rPr lang="en-US" sz="2800" dirty="0">
              <a:latin typeface="Baskerville Old Face" panose="02020602080505020303" pitchFamily="18" charset="0"/>
            </a:rPr>
            <a:t>Strong </a:t>
          </a:r>
          <a:r>
            <a:rPr lang="en-US" sz="1800" dirty="0">
              <a:latin typeface="Baskerville Old Face" panose="02020602080505020303" pitchFamily="18" charset="0"/>
            </a:rPr>
            <a:t>Passwords</a:t>
          </a:r>
        </a:p>
        <a:p>
          <a:r>
            <a:rPr lang="en-IN" sz="1800" dirty="0">
              <a:latin typeface="Baskerville Old Face" panose="02020602080505020303" pitchFamily="18" charset="0"/>
            </a:rPr>
            <a:t>Use 12+ characters with mixed cases , numbers &amp; symbols.</a:t>
          </a:r>
        </a:p>
      </dgm:t>
    </dgm:pt>
    <dgm:pt modelId="{DC14958F-68CF-4505-A5D9-662FF39EE6E8}" type="parTrans" cxnId="{ABA7ABF3-AE53-4C42-BCDC-1D2303AF3E37}">
      <dgm:prSet/>
      <dgm:spPr/>
      <dgm:t>
        <a:bodyPr/>
        <a:lstStyle/>
        <a:p>
          <a:endParaRPr lang="en-IN"/>
        </a:p>
      </dgm:t>
    </dgm:pt>
    <dgm:pt modelId="{6F391B58-9C03-47AC-BD4F-4EF92D2C30C0}" type="sibTrans" cxnId="{ABA7ABF3-AE53-4C42-BCDC-1D2303AF3E37}">
      <dgm:prSet/>
      <dgm:spPr/>
      <dgm:t>
        <a:bodyPr/>
        <a:lstStyle/>
        <a:p>
          <a:endParaRPr lang="en-IN"/>
        </a:p>
      </dgm:t>
    </dgm:pt>
    <dgm:pt modelId="{8404A158-028E-4D6A-9A15-BA2D62E4ED09}">
      <dgm:prSet phldrT="[Text]" phldr="0" custT="1"/>
      <dgm:spPr/>
      <dgm:t>
        <a:bodyPr/>
        <a:lstStyle/>
        <a:p>
          <a:r>
            <a:rPr lang="en-US" sz="2400" dirty="0">
              <a:latin typeface="Bodoni MT Condensed" panose="02070606080606020203" pitchFamily="18" charset="0"/>
            </a:rPr>
            <a:t>Two- Factor Authn add a second verification step to all accounts</a:t>
          </a:r>
          <a:r>
            <a:rPr lang="en-US" sz="6000" dirty="0"/>
            <a:t> </a:t>
          </a:r>
          <a:endParaRPr lang="en-IN" sz="6000" dirty="0"/>
        </a:p>
      </dgm:t>
    </dgm:pt>
    <dgm:pt modelId="{A02A62B6-CA9E-4F60-A267-12073E635774}" type="parTrans" cxnId="{22ABD7D1-3677-403E-9A4D-A48148572E6E}">
      <dgm:prSet/>
      <dgm:spPr/>
      <dgm:t>
        <a:bodyPr/>
        <a:lstStyle/>
        <a:p>
          <a:endParaRPr lang="en-IN"/>
        </a:p>
      </dgm:t>
    </dgm:pt>
    <dgm:pt modelId="{E72A5601-06B5-4326-80C7-B9834C6290FB}" type="sibTrans" cxnId="{22ABD7D1-3677-403E-9A4D-A48148572E6E}">
      <dgm:prSet/>
      <dgm:spPr/>
      <dgm:t>
        <a:bodyPr/>
        <a:lstStyle/>
        <a:p>
          <a:endParaRPr lang="en-IN"/>
        </a:p>
      </dgm:t>
    </dgm:pt>
    <dgm:pt modelId="{01AAF0C8-21A5-4644-BF18-3A1CF72507BF}">
      <dgm:prSet phldrT="[Text]" phldr="0" custT="1"/>
      <dgm:spPr/>
      <dgm:t>
        <a:bodyPr/>
        <a:lstStyle/>
        <a:p>
          <a:r>
            <a:rPr lang="en-US" sz="2000" dirty="0">
              <a:latin typeface="Baskerville Old Face" panose="02020602080505020303" pitchFamily="18" charset="0"/>
            </a:rPr>
            <a:t>Think before click verify links before clicking especially urgent ones</a:t>
          </a:r>
          <a:endParaRPr lang="en-IN" sz="2000" dirty="0">
            <a:latin typeface="Baskerville Old Face" panose="02020602080505020303" pitchFamily="18" charset="0"/>
          </a:endParaRPr>
        </a:p>
      </dgm:t>
    </dgm:pt>
    <dgm:pt modelId="{1094A053-2ABE-4A43-BF95-1BFB3D62B85B}" type="parTrans" cxnId="{0B51776B-068B-41FD-85E4-3F2F3662346D}">
      <dgm:prSet/>
      <dgm:spPr/>
      <dgm:t>
        <a:bodyPr/>
        <a:lstStyle/>
        <a:p>
          <a:endParaRPr lang="en-IN"/>
        </a:p>
      </dgm:t>
    </dgm:pt>
    <dgm:pt modelId="{A91A3AFB-963F-4C14-AB85-DC5FF9DC4E60}" type="sibTrans" cxnId="{0B51776B-068B-41FD-85E4-3F2F3662346D}">
      <dgm:prSet/>
      <dgm:spPr/>
      <dgm:t>
        <a:bodyPr/>
        <a:lstStyle/>
        <a:p>
          <a:endParaRPr lang="en-IN"/>
        </a:p>
      </dgm:t>
    </dgm:pt>
    <dgm:pt modelId="{D640D70A-8AEB-48C6-9185-07923873D718}">
      <dgm:prSet/>
      <dgm:spPr/>
      <dgm:t>
        <a:bodyPr/>
        <a:lstStyle/>
        <a:p>
          <a:r>
            <a:rPr lang="en-US" dirty="0">
              <a:latin typeface="Baskerville Old Face" panose="02020602080505020303" pitchFamily="18" charset="0"/>
            </a:rPr>
            <a:t>Protect data  limit sharing ,lock devices ,review permissions</a:t>
          </a:r>
          <a:r>
            <a:rPr lang="en-US" dirty="0"/>
            <a:t>.</a:t>
          </a:r>
          <a:endParaRPr lang="en-IN" dirty="0"/>
        </a:p>
      </dgm:t>
    </dgm:pt>
    <dgm:pt modelId="{14C8FDB9-E7EB-4860-86D6-2E62F5A6D7F2}" type="parTrans" cxnId="{750C2C11-13FB-4457-B47D-EBC39C826C24}">
      <dgm:prSet/>
      <dgm:spPr/>
      <dgm:t>
        <a:bodyPr/>
        <a:lstStyle/>
        <a:p>
          <a:endParaRPr lang="en-IN"/>
        </a:p>
      </dgm:t>
    </dgm:pt>
    <dgm:pt modelId="{132920D7-A396-4792-B710-D12D7EE184C9}" type="sibTrans" cxnId="{750C2C11-13FB-4457-B47D-EBC39C826C24}">
      <dgm:prSet/>
      <dgm:spPr/>
      <dgm:t>
        <a:bodyPr/>
        <a:lstStyle/>
        <a:p>
          <a:endParaRPr lang="en-IN"/>
        </a:p>
      </dgm:t>
    </dgm:pt>
    <dgm:pt modelId="{4EB644D8-ED59-4CBB-A344-F65FCF535B35}" type="pres">
      <dgm:prSet presAssocID="{597AB96F-739C-4F26-B1BD-8F1AAF5E39EA}" presName="matrix" presStyleCnt="0">
        <dgm:presLayoutVars>
          <dgm:chMax val="1"/>
          <dgm:dir/>
          <dgm:resizeHandles val="exact"/>
        </dgm:presLayoutVars>
      </dgm:prSet>
      <dgm:spPr/>
    </dgm:pt>
    <dgm:pt modelId="{CCD95099-4B2B-4C3B-A5B3-F49BD9AAD988}" type="pres">
      <dgm:prSet presAssocID="{597AB96F-739C-4F26-B1BD-8F1AAF5E39EA}" presName="diamond" presStyleLbl="bgShp" presStyleIdx="0" presStyleCnt="1"/>
      <dgm:spPr/>
    </dgm:pt>
    <dgm:pt modelId="{5B8025A0-68E1-4080-B0AD-C50FBBD31659}" type="pres">
      <dgm:prSet presAssocID="{597AB96F-739C-4F26-B1BD-8F1AAF5E39EA}" presName="quad1" presStyleLbl="node1" presStyleIdx="0" presStyleCnt="4" custLinFactNeighborX="-1055" custLinFactNeighborY="2636">
        <dgm:presLayoutVars>
          <dgm:chMax val="0"/>
          <dgm:chPref val="0"/>
          <dgm:bulletEnabled val="1"/>
        </dgm:presLayoutVars>
      </dgm:prSet>
      <dgm:spPr/>
    </dgm:pt>
    <dgm:pt modelId="{A1021598-5FC2-46E4-9A0E-9BA8FDD91B29}" type="pres">
      <dgm:prSet presAssocID="{597AB96F-739C-4F26-B1BD-8F1AAF5E39EA}" presName="quad2" presStyleLbl="node1" presStyleIdx="1" presStyleCnt="4" custScaleX="133393" custScaleY="120147">
        <dgm:presLayoutVars>
          <dgm:chMax val="0"/>
          <dgm:chPref val="0"/>
          <dgm:bulletEnabled val="1"/>
        </dgm:presLayoutVars>
      </dgm:prSet>
      <dgm:spPr/>
    </dgm:pt>
    <dgm:pt modelId="{FE2EB555-AB62-4308-B5EF-A9EB71AFB65E}" type="pres">
      <dgm:prSet presAssocID="{597AB96F-739C-4F26-B1BD-8F1AAF5E39EA}" presName="quad3" presStyleLbl="node1" presStyleIdx="2" presStyleCnt="4" custScaleX="123528" custScaleY="118434" custLinFactNeighborX="4176" custLinFactNeighborY="5272">
        <dgm:presLayoutVars>
          <dgm:chMax val="0"/>
          <dgm:chPref val="0"/>
          <dgm:bulletEnabled val="1"/>
        </dgm:presLayoutVars>
      </dgm:prSet>
      <dgm:spPr/>
    </dgm:pt>
    <dgm:pt modelId="{97A245CE-AB70-489D-90D0-2A28B65900F2}" type="pres">
      <dgm:prSet presAssocID="{597AB96F-739C-4F26-B1BD-8F1AAF5E39EA}" presName="quad4" presStyleLbl="node1" presStyleIdx="3" presStyleCnt="4" custScaleX="110197" custScaleY="117380" custLinFactNeighborX="10017" custLinFactNeighborY="11071">
        <dgm:presLayoutVars>
          <dgm:chMax val="0"/>
          <dgm:chPref val="0"/>
          <dgm:bulletEnabled val="1"/>
        </dgm:presLayoutVars>
      </dgm:prSet>
      <dgm:spPr/>
    </dgm:pt>
  </dgm:ptLst>
  <dgm:cxnLst>
    <dgm:cxn modelId="{3EFBE210-54E4-4F10-BFF7-324FF25B4354}" type="presOf" srcId="{01AAF0C8-21A5-4644-BF18-3A1CF72507BF}" destId="{FE2EB555-AB62-4308-B5EF-A9EB71AFB65E}" srcOrd="0" destOrd="0" presId="urn:microsoft.com/office/officeart/2005/8/layout/matrix3"/>
    <dgm:cxn modelId="{750C2C11-13FB-4457-B47D-EBC39C826C24}" srcId="{597AB96F-739C-4F26-B1BD-8F1AAF5E39EA}" destId="{D640D70A-8AEB-48C6-9185-07923873D718}" srcOrd="3" destOrd="0" parTransId="{14C8FDB9-E7EB-4860-86D6-2E62F5A6D7F2}" sibTransId="{132920D7-A396-4792-B710-D12D7EE184C9}"/>
    <dgm:cxn modelId="{57C01E40-5C1B-4C1B-8FA4-08382E6A9697}" type="presOf" srcId="{8404A158-028E-4D6A-9A15-BA2D62E4ED09}" destId="{A1021598-5FC2-46E4-9A0E-9BA8FDD91B29}" srcOrd="0" destOrd="0" presId="urn:microsoft.com/office/officeart/2005/8/layout/matrix3"/>
    <dgm:cxn modelId="{FF02C164-2C61-4AFA-9DB5-74CD2199E524}" type="presOf" srcId="{BD0E3942-C242-432E-BF49-0238C12162A3}" destId="{5B8025A0-68E1-4080-B0AD-C50FBBD31659}" srcOrd="0" destOrd="0" presId="urn:microsoft.com/office/officeart/2005/8/layout/matrix3"/>
    <dgm:cxn modelId="{0B51776B-068B-41FD-85E4-3F2F3662346D}" srcId="{597AB96F-739C-4F26-B1BD-8F1AAF5E39EA}" destId="{01AAF0C8-21A5-4644-BF18-3A1CF72507BF}" srcOrd="2" destOrd="0" parTransId="{1094A053-2ABE-4A43-BF95-1BFB3D62B85B}" sibTransId="{A91A3AFB-963F-4C14-AB85-DC5FF9DC4E60}"/>
    <dgm:cxn modelId="{FF44A050-938D-469B-8933-FA9DBBF18AD7}" type="presOf" srcId="{597AB96F-739C-4F26-B1BD-8F1AAF5E39EA}" destId="{4EB644D8-ED59-4CBB-A344-F65FCF535B35}" srcOrd="0" destOrd="0" presId="urn:microsoft.com/office/officeart/2005/8/layout/matrix3"/>
    <dgm:cxn modelId="{B659C28F-731A-43F7-92D3-6584EADA50E0}" type="presOf" srcId="{D640D70A-8AEB-48C6-9185-07923873D718}" destId="{97A245CE-AB70-489D-90D0-2A28B65900F2}" srcOrd="0" destOrd="0" presId="urn:microsoft.com/office/officeart/2005/8/layout/matrix3"/>
    <dgm:cxn modelId="{22ABD7D1-3677-403E-9A4D-A48148572E6E}" srcId="{597AB96F-739C-4F26-B1BD-8F1AAF5E39EA}" destId="{8404A158-028E-4D6A-9A15-BA2D62E4ED09}" srcOrd="1" destOrd="0" parTransId="{A02A62B6-CA9E-4F60-A267-12073E635774}" sibTransId="{E72A5601-06B5-4326-80C7-B9834C6290FB}"/>
    <dgm:cxn modelId="{ABA7ABF3-AE53-4C42-BCDC-1D2303AF3E37}" srcId="{597AB96F-739C-4F26-B1BD-8F1AAF5E39EA}" destId="{BD0E3942-C242-432E-BF49-0238C12162A3}" srcOrd="0" destOrd="0" parTransId="{DC14958F-68CF-4505-A5D9-662FF39EE6E8}" sibTransId="{6F391B58-9C03-47AC-BD4F-4EF92D2C30C0}"/>
    <dgm:cxn modelId="{E367A3DB-5AFF-40ED-AED6-6C0052D70408}" type="presParOf" srcId="{4EB644D8-ED59-4CBB-A344-F65FCF535B35}" destId="{CCD95099-4B2B-4C3B-A5B3-F49BD9AAD988}" srcOrd="0" destOrd="0" presId="urn:microsoft.com/office/officeart/2005/8/layout/matrix3"/>
    <dgm:cxn modelId="{36251AA8-15B2-40A6-951A-277917BB1ABC}" type="presParOf" srcId="{4EB644D8-ED59-4CBB-A344-F65FCF535B35}" destId="{5B8025A0-68E1-4080-B0AD-C50FBBD31659}" srcOrd="1" destOrd="0" presId="urn:microsoft.com/office/officeart/2005/8/layout/matrix3"/>
    <dgm:cxn modelId="{617720B8-47E5-4F85-BC76-5ED82A791916}" type="presParOf" srcId="{4EB644D8-ED59-4CBB-A344-F65FCF535B35}" destId="{A1021598-5FC2-46E4-9A0E-9BA8FDD91B29}" srcOrd="2" destOrd="0" presId="urn:microsoft.com/office/officeart/2005/8/layout/matrix3"/>
    <dgm:cxn modelId="{7E7A767D-2883-4B04-B7A6-F94BF2D8F3D8}" type="presParOf" srcId="{4EB644D8-ED59-4CBB-A344-F65FCF535B35}" destId="{FE2EB555-AB62-4308-B5EF-A9EB71AFB65E}" srcOrd="3" destOrd="0" presId="urn:microsoft.com/office/officeart/2005/8/layout/matrix3"/>
    <dgm:cxn modelId="{53503DCB-FB29-4AB2-952A-2B539581D7A4}" type="presParOf" srcId="{4EB644D8-ED59-4CBB-A344-F65FCF535B35}" destId="{97A245CE-AB70-489D-90D0-2A28B65900F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314FFB-A735-4824-8456-2C296E28AFB6}">
      <dsp:nvSpPr>
        <dsp:cNvPr id="0" name=""/>
        <dsp:cNvSpPr/>
      </dsp:nvSpPr>
      <dsp:spPr>
        <a:xfrm>
          <a:off x="2301287" y="2339197"/>
          <a:ext cx="2812685" cy="2812685"/>
        </a:xfrm>
        <a:prstGeom prst="gear9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Cybersecurity = protecting computers , network and data from attacks </a:t>
          </a:r>
          <a:endParaRPr lang="en-IN" sz="1300" kern="1200" dirty="0"/>
        </a:p>
      </dsp:txBody>
      <dsp:txXfrm>
        <a:off x="2866762" y="2998055"/>
        <a:ext cx="1681735" cy="1445778"/>
      </dsp:txXfrm>
    </dsp:sp>
    <dsp:sp modelId="{CB37ABB9-6C2E-462A-A33F-410859573082}">
      <dsp:nvSpPr>
        <dsp:cNvPr id="0" name=""/>
        <dsp:cNvSpPr/>
      </dsp:nvSpPr>
      <dsp:spPr>
        <a:xfrm>
          <a:off x="664816" y="1700764"/>
          <a:ext cx="2045589" cy="2045589"/>
        </a:xfrm>
        <a:prstGeom prst="gear6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Prevent hacking , data theft and </a:t>
          </a:r>
          <a:r>
            <a:rPr lang="en-US" sz="1300" kern="1200" dirty="0" err="1"/>
            <a:t>virsues</a:t>
          </a:r>
          <a:r>
            <a:rPr lang="en-US" sz="1300" kern="1200" dirty="0"/>
            <a:t> </a:t>
          </a:r>
          <a:endParaRPr lang="en-IN" sz="1300" kern="1200" dirty="0"/>
        </a:p>
      </dsp:txBody>
      <dsp:txXfrm>
        <a:off x="1179799" y="2218860"/>
        <a:ext cx="1015623" cy="1009397"/>
      </dsp:txXfrm>
    </dsp:sp>
    <dsp:sp modelId="{EE9F3336-305A-468A-A30F-D9669E250C34}">
      <dsp:nvSpPr>
        <dsp:cNvPr id="0" name=""/>
        <dsp:cNvSpPr/>
      </dsp:nvSpPr>
      <dsp:spPr>
        <a:xfrm rot="20700000">
          <a:off x="1810555" y="289516"/>
          <a:ext cx="2004259" cy="2004259"/>
        </a:xfrm>
        <a:prstGeom prst="gear6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Use technology  ,rules ,awareness and safety habits .</a:t>
          </a:r>
          <a:endParaRPr lang="en-IN" sz="1300" kern="1200" dirty="0"/>
        </a:p>
      </dsp:txBody>
      <dsp:txXfrm rot="-20700000">
        <a:off x="2250148" y="729109"/>
        <a:ext cx="1125074" cy="1125074"/>
      </dsp:txXfrm>
    </dsp:sp>
    <dsp:sp modelId="{7CFCD930-D309-42FE-935E-88C278BAD98E}">
      <dsp:nvSpPr>
        <dsp:cNvPr id="0" name=""/>
        <dsp:cNvSpPr/>
      </dsp:nvSpPr>
      <dsp:spPr>
        <a:xfrm>
          <a:off x="2095239" y="1935310"/>
          <a:ext cx="3600236" cy="3600236"/>
        </a:xfrm>
        <a:prstGeom prst="circularArrow">
          <a:avLst>
            <a:gd name="adj1" fmla="val 4688"/>
            <a:gd name="adj2" fmla="val 299029"/>
            <a:gd name="adj3" fmla="val 2534479"/>
            <a:gd name="adj4" fmla="val 15822375"/>
            <a:gd name="adj5" fmla="val 5469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D68B5F-1B39-4D1B-A0A1-A90C4A4C44A2}">
      <dsp:nvSpPr>
        <dsp:cNvPr id="0" name=""/>
        <dsp:cNvSpPr/>
      </dsp:nvSpPr>
      <dsp:spPr>
        <a:xfrm>
          <a:off x="302546" y="1244206"/>
          <a:ext cx="2615797" cy="2615797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F029C4-755A-4E85-8A20-660ABA7811FC}">
      <dsp:nvSpPr>
        <dsp:cNvPr id="0" name=""/>
        <dsp:cNvSpPr/>
      </dsp:nvSpPr>
      <dsp:spPr>
        <a:xfrm>
          <a:off x="1346949" y="-153438"/>
          <a:ext cx="2820356" cy="2820356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1BAE74-60C0-4F46-B1C1-991536AC5D44}">
      <dsp:nvSpPr>
        <dsp:cNvPr id="0" name=""/>
        <dsp:cNvSpPr/>
      </dsp:nvSpPr>
      <dsp:spPr>
        <a:xfrm rot="5400000">
          <a:off x="-287113" y="271271"/>
          <a:ext cx="1777651" cy="1244355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500" kern="1200"/>
        </a:p>
      </dsp:txBody>
      <dsp:txXfrm rot="-5400000">
        <a:off x="-20464" y="626801"/>
        <a:ext cx="1244355" cy="533296"/>
      </dsp:txXfrm>
    </dsp:sp>
    <dsp:sp modelId="{E473448A-B9F9-4AE2-B5D2-EED7AA495C4A}">
      <dsp:nvSpPr>
        <dsp:cNvPr id="0" name=""/>
        <dsp:cNvSpPr/>
      </dsp:nvSpPr>
      <dsp:spPr>
        <a:xfrm rot="5400000">
          <a:off x="5281775" y="-4053261"/>
          <a:ext cx="1155473" cy="927124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>
              <a:latin typeface="Algerian" panose="04020705040A02060702" pitchFamily="82" charset="0"/>
            </a:rPr>
            <a:t>Phishing</a:t>
          </a:r>
          <a:endParaRPr lang="en-IN" sz="2200" kern="1200" dirty="0">
            <a:latin typeface="Algerian" panose="04020705040A02060702" pitchFamily="82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Fake emails/sites asking for passwords and </a:t>
          </a:r>
          <a:r>
            <a:rPr lang="en-US" sz="2200" kern="1200" dirty="0" err="1"/>
            <a:t>Otps</a:t>
          </a:r>
          <a:r>
            <a:rPr lang="en-US" sz="2200" kern="1200" dirty="0"/>
            <a:t> always verify sender and </a:t>
          </a:r>
          <a:r>
            <a:rPr lang="en-US" sz="2200" kern="1200" dirty="0" err="1"/>
            <a:t>Url</a:t>
          </a:r>
          <a:r>
            <a:rPr lang="en-US" sz="2200" kern="1200" dirty="0"/>
            <a:t>.</a:t>
          </a:r>
          <a:endParaRPr lang="en-IN" sz="2200" kern="1200" dirty="0"/>
        </a:p>
      </dsp:txBody>
      <dsp:txXfrm rot="-5400000">
        <a:off x="1223890" y="61030"/>
        <a:ext cx="9214838" cy="1042661"/>
      </dsp:txXfrm>
    </dsp:sp>
    <dsp:sp modelId="{2CA6B343-0196-4EB5-964F-8B50031348A6}">
      <dsp:nvSpPr>
        <dsp:cNvPr id="0" name=""/>
        <dsp:cNvSpPr/>
      </dsp:nvSpPr>
      <dsp:spPr>
        <a:xfrm rot="5400000">
          <a:off x="-287113" y="1856862"/>
          <a:ext cx="1777651" cy="1244355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500" kern="1200"/>
        </a:p>
      </dsp:txBody>
      <dsp:txXfrm rot="-5400000">
        <a:off x="-20464" y="2212392"/>
        <a:ext cx="1244355" cy="533296"/>
      </dsp:txXfrm>
    </dsp:sp>
    <dsp:sp modelId="{3F9A680C-E314-45EC-B83D-B0877D43205B}">
      <dsp:nvSpPr>
        <dsp:cNvPr id="0" name=""/>
        <dsp:cNvSpPr/>
      </dsp:nvSpPr>
      <dsp:spPr>
        <a:xfrm rot="5400000">
          <a:off x="5281775" y="-2467671"/>
          <a:ext cx="1155473" cy="927124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>
              <a:latin typeface="Algerian" panose="04020705040A02060702" pitchFamily="82" charset="0"/>
            </a:rPr>
            <a:t>Malware</a:t>
          </a:r>
          <a:endParaRPr lang="en-IN" sz="2200" kern="1200" dirty="0">
            <a:latin typeface="Algerian" panose="04020705040A02060702" pitchFamily="82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Viruses or ransomware that damage devices or lock files .</a:t>
          </a:r>
          <a:endParaRPr lang="en-IN" sz="2200" kern="1200" dirty="0"/>
        </a:p>
      </dsp:txBody>
      <dsp:txXfrm rot="-5400000">
        <a:off x="1223890" y="1646620"/>
        <a:ext cx="9214838" cy="1042661"/>
      </dsp:txXfrm>
    </dsp:sp>
    <dsp:sp modelId="{4C1C79C5-0366-49BA-AA31-A13DDFA9FB3B}">
      <dsp:nvSpPr>
        <dsp:cNvPr id="0" name=""/>
        <dsp:cNvSpPr/>
      </dsp:nvSpPr>
      <dsp:spPr>
        <a:xfrm rot="5400000">
          <a:off x="-287113" y="3442452"/>
          <a:ext cx="1777651" cy="1244355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500" kern="1200"/>
        </a:p>
      </dsp:txBody>
      <dsp:txXfrm rot="-5400000">
        <a:off x="-20464" y="3797982"/>
        <a:ext cx="1244355" cy="533296"/>
      </dsp:txXfrm>
    </dsp:sp>
    <dsp:sp modelId="{519586C0-02FE-42A3-B397-25F6FF94DA96}">
      <dsp:nvSpPr>
        <dsp:cNvPr id="0" name=""/>
        <dsp:cNvSpPr/>
      </dsp:nvSpPr>
      <dsp:spPr>
        <a:xfrm rot="5400000">
          <a:off x="5281775" y="-923047"/>
          <a:ext cx="1155473" cy="935310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>
              <a:latin typeface="Algerian" panose="04020705040A02060702" pitchFamily="82" charset="0"/>
            </a:rPr>
            <a:t>Identify theft </a:t>
          </a:r>
          <a:endParaRPr lang="en-IN" sz="2200" kern="1200" dirty="0">
            <a:latin typeface="Algerian" panose="04020705040A02060702" pitchFamily="82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Someone pretends to be you online Enable 2FA and monitor accounts .</a:t>
          </a:r>
          <a:endParaRPr lang="en-IN" sz="2200" kern="1200" dirty="0"/>
        </a:p>
      </dsp:txBody>
      <dsp:txXfrm rot="-5400000">
        <a:off x="1182957" y="3232177"/>
        <a:ext cx="9296703" cy="10426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299C79-684D-46F6-8F4B-D062AFEBEC7B}">
      <dsp:nvSpPr>
        <dsp:cNvPr id="0" name=""/>
        <dsp:cNvSpPr/>
      </dsp:nvSpPr>
      <dsp:spPr>
        <a:xfrm>
          <a:off x="2207" y="0"/>
          <a:ext cx="3435027" cy="445389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latin typeface="Cooper Black" panose="0208090404030B020404" pitchFamily="18" charset="0"/>
            </a:rPr>
            <a:t>UPI/Bank frauds cases</a:t>
          </a:r>
          <a:r>
            <a:rPr lang="en-US" sz="3300" kern="1200" dirty="0"/>
            <a:t>.</a:t>
          </a:r>
          <a:endParaRPr lang="en-IN" sz="3300" kern="1200" dirty="0"/>
        </a:p>
      </dsp:txBody>
      <dsp:txXfrm>
        <a:off x="2207" y="1781556"/>
        <a:ext cx="3435027" cy="1781556"/>
      </dsp:txXfrm>
    </dsp:sp>
    <dsp:sp modelId="{800C5124-E3AF-408B-B78D-927669EC8A11}">
      <dsp:nvSpPr>
        <dsp:cNvPr id="0" name=""/>
        <dsp:cNvSpPr/>
      </dsp:nvSpPr>
      <dsp:spPr>
        <a:xfrm>
          <a:off x="978148" y="267233"/>
          <a:ext cx="1483145" cy="1483145"/>
        </a:xfrm>
        <a:prstGeom prst="ellipse">
          <a:avLst/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512315-1E2E-49C6-A64D-A9CE96934F48}">
      <dsp:nvSpPr>
        <dsp:cNvPr id="0" name=""/>
        <dsp:cNvSpPr/>
      </dsp:nvSpPr>
      <dsp:spPr>
        <a:xfrm>
          <a:off x="3546641" y="0"/>
          <a:ext cx="3435027" cy="4453890"/>
        </a:xfrm>
        <a:prstGeom prst="roundRect">
          <a:avLst>
            <a:gd name="adj" fmla="val 1000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latin typeface="Cooper Black" panose="0208090404030B020404" pitchFamily="18" charset="0"/>
            </a:rPr>
            <a:t>Social media account hacking .</a:t>
          </a:r>
          <a:endParaRPr lang="en-IN" sz="3300" kern="1200" dirty="0">
            <a:latin typeface="Cooper Black" panose="0208090404030B020404" pitchFamily="18" charset="0"/>
          </a:endParaRPr>
        </a:p>
      </dsp:txBody>
      <dsp:txXfrm>
        <a:off x="3546641" y="1781556"/>
        <a:ext cx="3435027" cy="1781556"/>
      </dsp:txXfrm>
    </dsp:sp>
    <dsp:sp modelId="{7463C49D-2D5D-46E5-94E2-3D8B28234A16}">
      <dsp:nvSpPr>
        <dsp:cNvPr id="0" name=""/>
        <dsp:cNvSpPr/>
      </dsp:nvSpPr>
      <dsp:spPr>
        <a:xfrm>
          <a:off x="4516227" y="267233"/>
          <a:ext cx="1483145" cy="1483145"/>
        </a:xfrm>
        <a:prstGeom prst="ellipse">
          <a:avLst/>
        </a:prstGeom>
        <a:solidFill>
          <a:schemeClr val="accent2">
            <a:tint val="50000"/>
            <a:hueOff val="-440331"/>
            <a:satOff val="-38085"/>
            <a:lumOff val="-3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51AD16-418E-4436-AA34-7C4072C442A3}">
      <dsp:nvSpPr>
        <dsp:cNvPr id="0" name=""/>
        <dsp:cNvSpPr/>
      </dsp:nvSpPr>
      <dsp:spPr>
        <a:xfrm>
          <a:off x="6999290" y="0"/>
          <a:ext cx="3435027" cy="4453890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latin typeface="Cooper Black" panose="0208090404030B020404" pitchFamily="18" charset="0"/>
            </a:rPr>
            <a:t>Online shopping scams.</a:t>
          </a:r>
          <a:endParaRPr lang="en-IN" sz="3300" kern="1200" dirty="0">
            <a:latin typeface="Cooper Black" panose="0208090404030B020404" pitchFamily="18" charset="0"/>
          </a:endParaRPr>
        </a:p>
      </dsp:txBody>
      <dsp:txXfrm>
        <a:off x="6999290" y="1781556"/>
        <a:ext cx="3435027" cy="1781556"/>
      </dsp:txXfrm>
    </dsp:sp>
    <dsp:sp modelId="{A6681688-D56D-40D6-8FC6-C497190B8446}">
      <dsp:nvSpPr>
        <dsp:cNvPr id="0" name=""/>
        <dsp:cNvSpPr/>
      </dsp:nvSpPr>
      <dsp:spPr>
        <a:xfrm>
          <a:off x="8054305" y="267233"/>
          <a:ext cx="1483145" cy="1483145"/>
        </a:xfrm>
        <a:prstGeom prst="ellipse">
          <a:avLst/>
        </a:prstGeom>
        <a:solidFill>
          <a:schemeClr val="accent2">
            <a:tint val="50000"/>
            <a:hueOff val="-880662"/>
            <a:satOff val="-76170"/>
            <a:lumOff val="-76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EF38D0-D3A0-4BD6-B10C-A2860B8C102B}">
      <dsp:nvSpPr>
        <dsp:cNvPr id="0" name=""/>
        <dsp:cNvSpPr/>
      </dsp:nvSpPr>
      <dsp:spPr>
        <a:xfrm>
          <a:off x="420623" y="3563112"/>
          <a:ext cx="9674352" cy="668083"/>
        </a:xfrm>
        <a:prstGeom prst="left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5C0D73-4804-4035-B7DA-98DC3AB552F9}">
      <dsp:nvSpPr>
        <dsp:cNvPr id="0" name=""/>
        <dsp:cNvSpPr/>
      </dsp:nvSpPr>
      <dsp:spPr>
        <a:xfrm>
          <a:off x="3824097" y="59737"/>
          <a:ext cx="2867406" cy="286740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. We share personal data online – photos , passwords , banking info.</a:t>
          </a:r>
          <a:endParaRPr lang="en-IN" sz="1900" kern="1200"/>
        </a:p>
      </dsp:txBody>
      <dsp:txXfrm>
        <a:off x="4206417" y="561533"/>
        <a:ext cx="2102764" cy="1290332"/>
      </dsp:txXfrm>
    </dsp:sp>
    <dsp:sp modelId="{F0FCF439-A543-4D0A-B140-1E0C7FEA804F}">
      <dsp:nvSpPr>
        <dsp:cNvPr id="0" name=""/>
        <dsp:cNvSpPr/>
      </dsp:nvSpPr>
      <dsp:spPr>
        <a:xfrm>
          <a:off x="4858752" y="1851866"/>
          <a:ext cx="2867406" cy="286740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.Cyber threats are increasing every year.</a:t>
          </a:r>
          <a:endParaRPr lang="en-IN" sz="1900" kern="1200"/>
        </a:p>
      </dsp:txBody>
      <dsp:txXfrm>
        <a:off x="5735701" y="2592612"/>
        <a:ext cx="1720443" cy="1577073"/>
      </dsp:txXfrm>
    </dsp:sp>
    <dsp:sp modelId="{BAAD25B9-63D2-4CD9-B85F-11554AF9AFA9}">
      <dsp:nvSpPr>
        <dsp:cNvPr id="0" name=""/>
        <dsp:cNvSpPr/>
      </dsp:nvSpPr>
      <dsp:spPr>
        <a:xfrm>
          <a:off x="2789441" y="1851866"/>
          <a:ext cx="2867406" cy="286740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.Trust keeps online businesses , payments &amp; communication running .</a:t>
          </a:r>
          <a:endParaRPr lang="en-IN" sz="1900" kern="1200"/>
        </a:p>
      </dsp:txBody>
      <dsp:txXfrm>
        <a:off x="3059455" y="2592612"/>
        <a:ext cx="1720443" cy="15770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FB1D00-511B-4D95-AA21-938A1ED1ECB7}">
      <dsp:nvSpPr>
        <dsp:cNvPr id="0" name=""/>
        <dsp:cNvSpPr/>
      </dsp:nvSpPr>
      <dsp:spPr>
        <a:xfrm>
          <a:off x="4203392" y="1248935"/>
          <a:ext cx="1673205" cy="167320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5EC2D90-2860-46AC-B070-EF0277586280}">
      <dsp:nvSpPr>
        <dsp:cNvPr id="0" name=""/>
        <dsp:cNvSpPr/>
      </dsp:nvSpPr>
      <dsp:spPr>
        <a:xfrm>
          <a:off x="3994241" y="0"/>
          <a:ext cx="2091506" cy="113934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Use strong ,unique passwords for each account .</a:t>
          </a:r>
          <a:endParaRPr lang="en-IN" sz="2100" kern="1200"/>
        </a:p>
      </dsp:txBody>
      <dsp:txXfrm>
        <a:off x="3994241" y="0"/>
        <a:ext cx="2091506" cy="1139341"/>
      </dsp:txXfrm>
    </dsp:sp>
    <dsp:sp modelId="{083AB883-19EA-456C-92D5-A4D9B8421AE7}">
      <dsp:nvSpPr>
        <dsp:cNvPr id="0" name=""/>
        <dsp:cNvSpPr/>
      </dsp:nvSpPr>
      <dsp:spPr>
        <a:xfrm>
          <a:off x="4746486" y="1562526"/>
          <a:ext cx="1673205" cy="167320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AA70EB4-12F8-4750-A985-5DBFEC360CDA}">
      <dsp:nvSpPr>
        <dsp:cNvPr id="0" name=""/>
        <dsp:cNvSpPr/>
      </dsp:nvSpPr>
      <dsp:spPr>
        <a:xfrm>
          <a:off x="6543788" y="1085087"/>
          <a:ext cx="1982050" cy="124785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Think before cilcking suspicious links .</a:t>
          </a:r>
          <a:endParaRPr lang="en-IN" sz="2100" kern="1200"/>
        </a:p>
      </dsp:txBody>
      <dsp:txXfrm>
        <a:off x="6543788" y="1085087"/>
        <a:ext cx="1982050" cy="1247850"/>
      </dsp:txXfrm>
    </dsp:sp>
    <dsp:sp modelId="{46BEBE01-0215-4C30-99A8-69A6E1E53399}">
      <dsp:nvSpPr>
        <dsp:cNvPr id="0" name=""/>
        <dsp:cNvSpPr/>
      </dsp:nvSpPr>
      <dsp:spPr>
        <a:xfrm>
          <a:off x="4746486" y="2189706"/>
          <a:ext cx="1673205" cy="167320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DAD0628-10F0-45AE-8E90-637D4F63308A}">
      <dsp:nvSpPr>
        <dsp:cNvPr id="0" name=""/>
        <dsp:cNvSpPr/>
      </dsp:nvSpPr>
      <dsp:spPr>
        <a:xfrm>
          <a:off x="6543788" y="2946012"/>
          <a:ext cx="1982050" cy="139433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Be cautions with personal data online </a:t>
          </a:r>
          <a:endParaRPr lang="en-IN" sz="2100" kern="1200"/>
        </a:p>
      </dsp:txBody>
      <dsp:txXfrm>
        <a:off x="6543788" y="2946012"/>
        <a:ext cx="1982050" cy="1394337"/>
      </dsp:txXfrm>
    </dsp:sp>
    <dsp:sp modelId="{1799E510-2078-47F4-9E29-3FD905EDB31E}">
      <dsp:nvSpPr>
        <dsp:cNvPr id="0" name=""/>
        <dsp:cNvSpPr/>
      </dsp:nvSpPr>
      <dsp:spPr>
        <a:xfrm>
          <a:off x="4203392" y="2503839"/>
          <a:ext cx="1673205" cy="167320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67AB1F1-663B-4572-83D8-BD1CFC3755BB}">
      <dsp:nvSpPr>
        <dsp:cNvPr id="0" name=""/>
        <dsp:cNvSpPr/>
      </dsp:nvSpPr>
      <dsp:spPr>
        <a:xfrm>
          <a:off x="3994241" y="4286096"/>
          <a:ext cx="2091506" cy="113934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Enable two-factor authenciation everywhere.</a:t>
          </a:r>
          <a:endParaRPr lang="en-IN" sz="2100" kern="1200"/>
        </a:p>
      </dsp:txBody>
      <dsp:txXfrm>
        <a:off x="3994241" y="4286096"/>
        <a:ext cx="2091506" cy="1139341"/>
      </dsp:txXfrm>
    </dsp:sp>
    <dsp:sp modelId="{7C43300E-3E36-4A7D-868F-A5E78660CCAD}">
      <dsp:nvSpPr>
        <dsp:cNvPr id="0" name=""/>
        <dsp:cNvSpPr/>
      </dsp:nvSpPr>
      <dsp:spPr>
        <a:xfrm>
          <a:off x="3660297" y="2189706"/>
          <a:ext cx="1673205" cy="167320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A2C87AB-F368-41DE-AC34-106ED7EFAE57}">
      <dsp:nvSpPr>
        <dsp:cNvPr id="0" name=""/>
        <dsp:cNvSpPr/>
      </dsp:nvSpPr>
      <dsp:spPr>
        <a:xfrm>
          <a:off x="1554151" y="2946012"/>
          <a:ext cx="1982050" cy="139433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Keep software and device updated.</a:t>
          </a:r>
          <a:endParaRPr lang="en-IN" sz="2100" kern="1200"/>
        </a:p>
      </dsp:txBody>
      <dsp:txXfrm>
        <a:off x="1554151" y="2946012"/>
        <a:ext cx="1982050" cy="1394337"/>
      </dsp:txXfrm>
    </dsp:sp>
    <dsp:sp modelId="{A7F6571C-69DF-4A5F-A9CF-7EBAF10D8320}">
      <dsp:nvSpPr>
        <dsp:cNvPr id="0" name=""/>
        <dsp:cNvSpPr/>
      </dsp:nvSpPr>
      <dsp:spPr>
        <a:xfrm>
          <a:off x="3660297" y="1562526"/>
          <a:ext cx="1673205" cy="167320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465B1D2-9501-420E-8D8E-C869ED20CED1}">
      <dsp:nvSpPr>
        <dsp:cNvPr id="0" name=""/>
        <dsp:cNvSpPr/>
      </dsp:nvSpPr>
      <dsp:spPr>
        <a:xfrm>
          <a:off x="1554151" y="1085087"/>
          <a:ext cx="1982050" cy="139433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Report suspicious activity promptly.</a:t>
          </a:r>
          <a:endParaRPr lang="en-IN" sz="2100" kern="1200"/>
        </a:p>
      </dsp:txBody>
      <dsp:txXfrm>
        <a:off x="1554151" y="1085087"/>
        <a:ext cx="1982050" cy="139433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D95099-4B2B-4C3B-A5B3-F49BD9AAD988}">
      <dsp:nvSpPr>
        <dsp:cNvPr id="0" name=""/>
        <dsp:cNvSpPr/>
      </dsp:nvSpPr>
      <dsp:spPr>
        <a:xfrm>
          <a:off x="2787015" y="0"/>
          <a:ext cx="4941570" cy="494157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8025A0-68E1-4080-B0AD-C50FBBD31659}">
      <dsp:nvSpPr>
        <dsp:cNvPr id="0" name=""/>
        <dsp:cNvSpPr/>
      </dsp:nvSpPr>
      <dsp:spPr>
        <a:xfrm>
          <a:off x="3236132" y="520250"/>
          <a:ext cx="1927212" cy="192721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Baskerville Old Face" panose="02020602080505020303" pitchFamily="18" charset="0"/>
            </a:rPr>
            <a:t>Strong </a:t>
          </a:r>
          <a:r>
            <a:rPr lang="en-US" sz="1800" kern="1200" dirty="0">
              <a:latin typeface="Baskerville Old Face" panose="02020602080505020303" pitchFamily="18" charset="0"/>
            </a:rPr>
            <a:t>Passwords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Baskerville Old Face" panose="02020602080505020303" pitchFamily="18" charset="0"/>
            </a:rPr>
            <a:t>Use 12+ characters with mixed cases , numbers &amp; symbols.</a:t>
          </a:r>
        </a:p>
      </dsp:txBody>
      <dsp:txXfrm>
        <a:off x="3330211" y="614329"/>
        <a:ext cx="1739054" cy="1739054"/>
      </dsp:txXfrm>
    </dsp:sp>
    <dsp:sp modelId="{A1021598-5FC2-46E4-9A0E-9BA8FDD91B29}">
      <dsp:nvSpPr>
        <dsp:cNvPr id="0" name=""/>
        <dsp:cNvSpPr/>
      </dsp:nvSpPr>
      <dsp:spPr>
        <a:xfrm>
          <a:off x="5010146" y="275311"/>
          <a:ext cx="2570766" cy="2315487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Bodoni MT Condensed" panose="02070606080606020203" pitchFamily="18" charset="0"/>
            </a:rPr>
            <a:t>Two- Factor Authn add a second verification step to all accounts</a:t>
          </a:r>
          <a:r>
            <a:rPr lang="en-US" sz="6000" kern="1200" dirty="0"/>
            <a:t> </a:t>
          </a:r>
          <a:endParaRPr lang="en-IN" sz="6000" kern="1200" dirty="0"/>
        </a:p>
      </dsp:txBody>
      <dsp:txXfrm>
        <a:off x="5123179" y="388344"/>
        <a:ext cx="2344700" cy="2089421"/>
      </dsp:txXfrm>
    </dsp:sp>
    <dsp:sp modelId="{FE2EB555-AB62-4308-B5EF-A9EB71AFB65E}">
      <dsp:nvSpPr>
        <dsp:cNvPr id="0" name=""/>
        <dsp:cNvSpPr/>
      </dsp:nvSpPr>
      <dsp:spPr>
        <a:xfrm>
          <a:off x="3110227" y="2468880"/>
          <a:ext cx="2380646" cy="2282474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Baskerville Old Face" panose="02020602080505020303" pitchFamily="18" charset="0"/>
            </a:rPr>
            <a:t>Think before click verify links before clicking especially urgent ones</a:t>
          </a:r>
          <a:endParaRPr lang="en-IN" sz="2000" kern="1200" dirty="0">
            <a:latin typeface="Baskerville Old Face" panose="02020602080505020303" pitchFamily="18" charset="0"/>
          </a:endParaRPr>
        </a:p>
      </dsp:txBody>
      <dsp:txXfrm>
        <a:off x="3221648" y="2580301"/>
        <a:ext cx="2157804" cy="2059632"/>
      </dsp:txXfrm>
    </dsp:sp>
    <dsp:sp modelId="{97A245CE-AB70-489D-90D0-2A28B65900F2}">
      <dsp:nvSpPr>
        <dsp:cNvPr id="0" name=""/>
        <dsp:cNvSpPr/>
      </dsp:nvSpPr>
      <dsp:spPr>
        <a:xfrm>
          <a:off x="5426713" y="2590795"/>
          <a:ext cx="2123730" cy="2262161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Baskerville Old Face" panose="02020602080505020303" pitchFamily="18" charset="0"/>
            </a:rPr>
            <a:t>Protect data  limit sharing ,lock devices ,review permissions</a:t>
          </a:r>
          <a:r>
            <a:rPr lang="en-US" sz="2500" kern="1200" dirty="0"/>
            <a:t>.</a:t>
          </a:r>
          <a:endParaRPr lang="en-IN" sz="2500" kern="1200" dirty="0"/>
        </a:p>
      </dsp:txBody>
      <dsp:txXfrm>
        <a:off x="5530385" y="2694467"/>
        <a:ext cx="1916386" cy="20548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91CCC3-5350-4AED-A035-AEF06410A64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9498F-3438-4B7B-B3CD-4141197A5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575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19AA7-7F93-39AD-0837-677999661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A6CDB8-70F0-E138-03F0-3F30F84BD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53B1F-9320-093E-BE5C-5D936FD04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0817-A112-4847-8014-A94B7D2A4EA3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0068F-025B-B64F-8438-F4803A7A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E1158-3B88-6D08-BF98-87EF74C7B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984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28428-355F-E61C-BE91-3A35A1DF1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1A8EA-2C8B-13A8-3F87-60DF5CDF1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A135C-BD89-A842-01EC-E4DABCCB8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C7FA4-88FC-3E42-6CBB-7DC905570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C139E-0C22-DCF0-8301-F6A092DD5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273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AD691-A645-F898-9AD4-F4C8B4C50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CDD76-7502-2452-902A-6A4A2D02F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D4CF8-1DFE-EDA6-1182-2C8969222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46AA-F36E-4540-911D-FFFC0A0EF24A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018A2-B5C4-8303-82F8-A4FF238F5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51A50-6667-E85B-27F6-0E337A14F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449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2BFC3-79A4-3763-96D4-80F44F1D5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C2E8B-BA34-B734-1431-35AE57787D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BDBEF-0461-FD95-4787-9EB0611FE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C700E-3086-CF21-9D13-5B617F34E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CF3C6-BE0C-ECEA-B890-9E9D650B5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A5F4C-97E1-4D34-B1E4-C9646693C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291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7126A-A270-FF4C-F1D9-D220CD8C4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E714C-60F1-661C-48EB-BE813231C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C84F44-5D63-8770-8A7E-E68D4518F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0EE722-C6E1-8592-3C6D-19C2D46FD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63BBE4-4B58-0F28-3B97-7C2517E96D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EE16EF-791A-2762-71CC-B3C0D9AC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05ED35-732E-C1E9-E502-464083356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EFA299-C255-18FE-0DC5-1450E61D7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76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70AB6-75C0-CCCD-42A5-C2AD794C7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34336C-2584-9B88-1E13-72247FB89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31D85-9880-F460-98FD-607E27C52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150586-40D3-FCDE-2435-76B377F3E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776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C5253E-CA04-2E71-509C-90B120ACF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41261F-5437-43E1-9000-6FA697B67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32460-70E2-968E-6212-F4FC1CA60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528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8D5FD-BD1E-DADB-C130-E1027DE2D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DDC33-323A-7EBB-4F65-DF603EFC9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0425BF-33F7-D152-661E-A5DB81AC4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A5D9D-B203-9DB6-9543-6A7DBB10F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12A6-918A-48BD-8CB9-CA713993B0EA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B56EE-8F77-01B7-8311-C40E4ECB1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1CA3B-2720-D1B8-7FB1-19FB15F96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82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9A96B-7B32-4837-CFDF-1026A4B6D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B3B963-13E9-B409-F773-01B17C70E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5A5D7-2CC1-E719-3C3C-9236A776E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45E74-6026-DEC7-61DF-48E788DD9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CE86-875F-4587-BCF6-FA054AFC0D53}" type="datetime1">
              <a:rPr lang="en-US" smtClean="0"/>
              <a:pPr/>
              <a:t>12/11/2025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1282D-B7B0-0658-3433-476A0DCBE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1585C-336B-BB7D-1230-EF283C36A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477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56DD8-7A52-56BF-57F0-E8B7AFD5D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C72C1F-989A-4E11-7DC4-74727A193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F482C-53AB-C414-C578-C754A8B70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A4BB4-C539-AB1B-0202-E1622A3A1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92D10-BCA9-AC57-350C-CEB6927F8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16298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F899F1-EF76-C252-8D10-646DFED3A6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55F470-D323-D72E-AA1B-ECB7CB6A7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72E18-2D2D-F55E-D602-137B3E0F1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150EF-7AD0-4494-4604-0B5A43D9A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D7B50-A3EC-53AB-0698-45C664E7D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65923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50710B-AE14-4D5B-C556-32EB5B717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FD00D-75E2-5CBE-FC5B-FA32002EB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7A409-E0BD-7D50-BED0-F7312AD11E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9BD2B-4DA5-8052-2174-65AEA479C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1F36E-0B3F-D1CF-390F-73A53BA813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26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orkganize.com/the-power-of-innovative-digital-marketing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rmourzero.com/blog/armourhacks/why-cybersecurity-matters-more-than-ever-for-businesses-today/" TargetMode="External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ternetgovernance.org/2023/12/01/the-narrative-december-1-2023/humanusesmartphonewithonlinebankingdigitaltechnologymobilebanking/" TargetMode="External"/><Relationship Id="rId3" Type="http://schemas.openxmlformats.org/officeDocument/2006/relationships/diagramLayout" Target="../diagrams/layout3.xml"/><Relationship Id="rId7" Type="http://schemas.openxmlformats.org/officeDocument/2006/relationships/image" Target="../media/image5.jpg"/><Relationship Id="rId12" Type="http://schemas.openxmlformats.org/officeDocument/2006/relationships/hyperlink" Target="https://gazedtoo.wordpress.com/tag/shopping/" TargetMode="Externa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11" Type="http://schemas.openxmlformats.org/officeDocument/2006/relationships/image" Target="../media/image7.png"/><Relationship Id="rId5" Type="http://schemas.openxmlformats.org/officeDocument/2006/relationships/diagramColors" Target="../diagrams/colors3.xml"/><Relationship Id="rId10" Type="http://schemas.openxmlformats.org/officeDocument/2006/relationships/hyperlink" Target="https://pixabay.com/en/hands-smartphone-social-media-1167618/" TargetMode="External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82655797@N00/8249565455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reativecommons.org/licenses/by-nc/3.0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blue and white background with text and symbols&#10;&#10;AI-generated content may be incorrect.">
            <a:extLst>
              <a:ext uri="{FF2B5EF4-FFF2-40B4-BE49-F238E27FC236}">
                <a16:creationId xmlns:a16="http://schemas.microsoft.com/office/drawing/2014/main" id="{C4BF7A9F-9036-6AC4-97C2-24155A2C227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9918" r="-1" b="5590"/>
          <a:stretch>
            <a:fillRect/>
          </a:stretch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BA1780-A246-4C7F-9267-727EF2F4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964" r="-1" b="-1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7398C-75E5-4CB0-BA4F-D7D5CF249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15219"/>
            <a:ext cx="5395912" cy="2387600"/>
          </a:xfrm>
        </p:spPr>
        <p:txBody>
          <a:bodyPr>
            <a:normAutofit/>
          </a:bodyPr>
          <a:lstStyle/>
          <a:p>
            <a:pPr algn="l"/>
            <a:r>
              <a:rPr lang="en-US" sz="5000">
                <a:solidFill>
                  <a:schemeClr val="bg1"/>
                </a:solidFill>
                <a:latin typeface="Cooper Black" panose="0208090404030B020404" pitchFamily="18" charset="0"/>
              </a:rPr>
              <a:t>Cyber shield  Digital trust and safety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BFB45-FC34-495C-9C68-F9641246C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902075"/>
            <a:ext cx="8875426" cy="715956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Building a secure and digital future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082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DD040-4AE5-4EBD-DAFA-A3FCA9FB9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0" y="585216"/>
            <a:ext cx="9296400" cy="2401824"/>
          </a:xfrm>
        </p:spPr>
        <p:txBody>
          <a:bodyPr/>
          <a:lstStyle/>
          <a:p>
            <a:r>
              <a:rPr lang="en-US" dirty="0">
                <a:latin typeface="Monotype Corsiva" panose="03010101010201010101" pitchFamily="66" charset="0"/>
              </a:rPr>
              <a:t>        AIM AND INTRODUCTION </a:t>
            </a:r>
            <a:endParaRPr lang="en-IN" dirty="0">
              <a:latin typeface="Monotype Corsiva" panose="03010101010201010101" pitchFamily="66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2E794F-53F7-BA75-3C79-9B79E1E97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987040"/>
            <a:ext cx="10058400" cy="339344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  <a:latin typeface="Georgia" panose="02040502050405020303" pitchFamily="18" charset="0"/>
              </a:rPr>
              <a:t>&lt; Create a secure and trustworthy digital future .</a:t>
            </a:r>
          </a:p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  <a:latin typeface="Georgia" panose="02040502050405020303" pitchFamily="18" charset="0"/>
              </a:rPr>
              <a:t>&lt;Promote responsible digital citizenship.</a:t>
            </a:r>
          </a:p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  <a:latin typeface="Georgia" panose="02040502050405020303" pitchFamily="18" charset="0"/>
              </a:rPr>
              <a:t>&lt;Empower users to protect their personal data </a:t>
            </a:r>
          </a:p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  <a:latin typeface="Georgia" panose="02040502050405020303" pitchFamily="18" charset="0"/>
              </a:rPr>
              <a:t>&lt;Educate students on cybersecurity fundamentals.</a:t>
            </a:r>
            <a:endParaRPr lang="en-IN" sz="3200" dirty="0">
              <a:solidFill>
                <a:schemeClr val="bg2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3D9119-BF7C-9F0A-9330-09536AE0F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1040" y="952214"/>
            <a:ext cx="2700020" cy="166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623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B684F-16BA-5F4F-48DA-422B6D899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32321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Bernard MT Condensed" panose="02050806060905020404" pitchFamily="18" charset="0"/>
              </a:rPr>
              <a:t>What is cybersecurity ?</a:t>
            </a:r>
            <a:endParaRPr lang="en-IN" dirty="0">
              <a:latin typeface="Bernard MT Condensed" panose="02050806060905020404" pitchFamily="18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7B9EE3B-7644-C681-57A6-A5FBF2B142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8085645"/>
              </p:ext>
            </p:extLst>
          </p:nvPr>
        </p:nvGraphicFramePr>
        <p:xfrm>
          <a:off x="677227" y="1310641"/>
          <a:ext cx="5113973" cy="52425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59EA9DC-CA09-B8DE-7D9B-86169E00C6E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rcRect l="7785" r="7785"/>
          <a:stretch>
            <a:fillRect/>
          </a:stretch>
        </p:blipFill>
        <p:spPr>
          <a:xfrm>
            <a:off x="6756400" y="1310641"/>
            <a:ext cx="5035868" cy="4244975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2042307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12D43-DFA0-66C0-39F0-763F8E308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629921"/>
            <a:ext cx="7682230" cy="89408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Bernard MT Condensed" panose="02050806060905020404" pitchFamily="18" charset="0"/>
              </a:rPr>
              <a:t>COMMON CYBER THREATS</a:t>
            </a:r>
            <a:endParaRPr lang="en-IN" dirty="0">
              <a:latin typeface="Bernard MT Condensed" panose="02050806060905020404" pitchFamily="18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884853F-4574-65E6-2A14-3D1D8D4DB4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8001812"/>
              </p:ext>
            </p:extLst>
          </p:nvPr>
        </p:nvGraphicFramePr>
        <p:xfrm>
          <a:off x="831850" y="1778000"/>
          <a:ext cx="10515600" cy="4958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5782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A131A-060D-B7C1-96CA-B7D9B173E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30" y="152401"/>
            <a:ext cx="10515600" cy="1259840"/>
          </a:xfrm>
        </p:spPr>
        <p:txBody>
          <a:bodyPr/>
          <a:lstStyle/>
          <a:p>
            <a:r>
              <a:rPr lang="en-US" dirty="0">
                <a:latin typeface="Bernard MT Condensed" panose="02050806060905020404" pitchFamily="18" charset="0"/>
              </a:rPr>
              <a:t>Real life Examples</a:t>
            </a:r>
            <a:endParaRPr lang="en-IN" dirty="0">
              <a:latin typeface="Bernard MT Condensed" panose="02050806060905020404" pitchFamily="18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8A9ECCE-A284-FFD7-3DFF-5639B72804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0284287"/>
              </p:ext>
            </p:extLst>
          </p:nvPr>
        </p:nvGraphicFramePr>
        <p:xfrm>
          <a:off x="831850" y="1635760"/>
          <a:ext cx="10515600" cy="44538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BE53924-A223-2EAA-E969-759E5D7412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706880" y="1792605"/>
            <a:ext cx="1869440" cy="17735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F60BFA-3EAB-5263-AB51-7D38DB6B11F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5283200" y="1792604"/>
            <a:ext cx="1625600" cy="177355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6608D5-791E-121D-62A6-E2C0CA0E727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8768080" y="1851517"/>
            <a:ext cx="1727200" cy="155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841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D3B24-1CCD-4C63-C38D-7CA6A1CE8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54000"/>
            <a:ext cx="10515600" cy="89408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Bernard MT Condensed" panose="02050806060905020404" pitchFamily="18" charset="0"/>
              </a:rPr>
              <a:t>Why digital Trust matters ?</a:t>
            </a:r>
            <a:endParaRPr lang="en-IN" dirty="0">
              <a:latin typeface="Bernard MT Condensed" panose="02050806060905020404" pitchFamily="18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5E41907-F0E0-5331-5AA8-5DB73C3F703D}"/>
              </a:ext>
            </a:extLst>
          </p:cNvPr>
          <p:cNvGraphicFramePr/>
          <p:nvPr/>
        </p:nvGraphicFramePr>
        <p:xfrm>
          <a:off x="831850" y="1310641"/>
          <a:ext cx="10515600" cy="4779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5051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992E9-021B-DDB0-9B4D-40670E835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443025" y="1"/>
            <a:ext cx="10613094" cy="95504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Cooper Black" panose="0208090404030B020404" pitchFamily="18" charset="0"/>
              </a:rPr>
              <a:t>Building Digital Trust </a:t>
            </a:r>
            <a:endParaRPr lang="en-IN" sz="4800" dirty="0">
              <a:latin typeface="Cooper Black" panose="0208090404030B020404" pitchFamily="18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A1F1FB7-934E-4FC3-9600-100C976C11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4654705"/>
              </p:ext>
            </p:extLst>
          </p:nvPr>
        </p:nvGraphicFramePr>
        <p:xfrm>
          <a:off x="831850" y="1320803"/>
          <a:ext cx="10079990" cy="5425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4553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E4A35-282A-D560-C2DA-35AEB7DA1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881"/>
            <a:ext cx="10515600" cy="83312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Bodoni MT Poster Compressed" panose="02070706080601050204" pitchFamily="18" charset="0"/>
              </a:rPr>
              <a:t>Safer Internet 	Practice</a:t>
            </a:r>
            <a:endParaRPr lang="en-IN" dirty="0">
              <a:latin typeface="Bodoni MT Poster Compressed" panose="02070706080601050204" pitchFamily="18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63B22DF-8A31-5CA6-ECEA-538BBEC1B4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2185457"/>
              </p:ext>
            </p:extLst>
          </p:nvPr>
        </p:nvGraphicFramePr>
        <p:xfrm>
          <a:off x="831850" y="1148081"/>
          <a:ext cx="10515600" cy="49415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6782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5E47-EA04-2920-FCDB-35A8C31C2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8350"/>
            <a:ext cx="10890250" cy="1090931"/>
          </a:xfrm>
        </p:spPr>
        <p:txBody>
          <a:bodyPr>
            <a:norm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Conclusion 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EA381-1F42-6B34-4691-4D921DA39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001521"/>
            <a:ext cx="11347450" cy="408813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Bernard MT Condensed" panose="02050806060905020404" pitchFamily="18" charset="0"/>
              </a:rPr>
              <a:t>. Internet is powerful but risky .</a:t>
            </a:r>
          </a:p>
          <a:p>
            <a:r>
              <a:rPr lang="en-US" sz="4000" dirty="0">
                <a:latin typeface="Bernard MT Condensed" panose="02050806060905020404" pitchFamily="18" charset="0"/>
              </a:rPr>
              <a:t>.Trust ,awareness &amp; cybersecurity  go together.</a:t>
            </a:r>
          </a:p>
          <a:p>
            <a:r>
              <a:rPr lang="en-US" sz="4000" dirty="0">
                <a:latin typeface="Bernard MT Condensed" panose="02050806060905020404" pitchFamily="18" charset="0"/>
              </a:rPr>
              <a:t>. Safe habits make digital life better.</a:t>
            </a:r>
            <a:endParaRPr lang="en-IN" sz="4000" dirty="0">
              <a:latin typeface="Bernard MT Condensed" panose="020508060609050204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EA6848-5B8B-8717-F83E-6ACD81869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325360" y="3192146"/>
            <a:ext cx="4866640" cy="32816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964D36-8929-A399-CA02-49DDAE7E8CBE}"/>
              </a:ext>
            </a:extLst>
          </p:cNvPr>
          <p:cNvSpPr txBox="1"/>
          <p:nvPr/>
        </p:nvSpPr>
        <p:spPr>
          <a:xfrm>
            <a:off x="5679440" y="6858000"/>
            <a:ext cx="49885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www.flickr.com/photos/82655797@N00/8249565455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nc/3.0/"/>
              </a:rPr>
              <a:t>CC BY-NC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4055988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02C53-E9D2-150F-87F2-EDB1453DF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6960"/>
            <a:ext cx="10515600" cy="5100320"/>
          </a:xfrm>
        </p:spPr>
        <p:txBody>
          <a:bodyPr>
            <a:normAutofit/>
          </a:bodyPr>
          <a:lstStyle/>
          <a:p>
            <a:r>
              <a:rPr lang="en-US" dirty="0">
                <a:latin typeface="Forte" panose="03060902040502070203" pitchFamily="66" charset="0"/>
              </a:rPr>
              <a:t>Thank you </a:t>
            </a:r>
            <a:br>
              <a:rPr lang="en-US" dirty="0">
                <a:latin typeface="Forte" panose="03060902040502070203" pitchFamily="66" charset="0"/>
              </a:rPr>
            </a:br>
            <a:r>
              <a:rPr lang="en-US" dirty="0">
                <a:latin typeface="Forte" panose="03060902040502070203" pitchFamily="66" charset="0"/>
              </a:rPr>
              <a:t>for your time and attention….</a:t>
            </a:r>
            <a:br>
              <a:rPr lang="en-US" dirty="0">
                <a:latin typeface="Forte" panose="03060902040502070203" pitchFamily="66" charset="0"/>
              </a:rPr>
            </a:br>
            <a:br>
              <a:rPr lang="en-US" dirty="0">
                <a:latin typeface="Forte" panose="03060902040502070203" pitchFamily="66" charset="0"/>
              </a:rPr>
            </a:br>
            <a:r>
              <a:rPr lang="en-US" sz="2800" dirty="0">
                <a:latin typeface="Forte" panose="03060902040502070203" pitchFamily="66" charset="0"/>
              </a:rPr>
              <a:t>                                         </a:t>
            </a:r>
            <a:r>
              <a:rPr lang="en-US" sz="2400" dirty="0">
                <a:latin typeface="Forte" panose="03060902040502070203" pitchFamily="66" charset="0"/>
              </a:rPr>
              <a:t>Presented by : Coder’s Creed</a:t>
            </a:r>
            <a:br>
              <a:rPr lang="en-US" sz="2400" dirty="0">
                <a:latin typeface="Forte" panose="03060902040502070203" pitchFamily="66" charset="0"/>
              </a:rPr>
            </a:br>
            <a:r>
              <a:rPr lang="en-US" sz="2400" dirty="0">
                <a:solidFill>
                  <a:srgbClr val="FF0000"/>
                </a:solidFill>
                <a:latin typeface="Forte" panose="03060902040502070203" pitchFamily="66" charset="0"/>
              </a:rPr>
              <a:t>                          TEAM MEMBER : SADHNA ,RUPALI MEHAK DIKSHA</a:t>
            </a:r>
            <a:br>
              <a:rPr lang="en-US" sz="2400" dirty="0">
                <a:latin typeface="Forte" panose="03060902040502070203" pitchFamily="66" charset="0"/>
              </a:rPr>
            </a:br>
            <a:br>
              <a:rPr lang="en-US" sz="2400" dirty="0">
                <a:latin typeface="Forte" panose="03060902040502070203" pitchFamily="66" charset="0"/>
              </a:rPr>
            </a:br>
            <a:r>
              <a:rPr lang="en-US" sz="2400" dirty="0">
                <a:latin typeface="Forte" panose="03060902040502070203" pitchFamily="66" charset="0"/>
              </a:rPr>
              <a:t>                                         GOVERNMENT  COLLEGE FOR GIRLS ,NACHOLI</a:t>
            </a:r>
            <a:endParaRPr lang="en-IN" sz="2400" dirty="0">
              <a:latin typeface="Forte" panose="0306090204050207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31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DB95DD-0319-4EE5-8C5C-9CEDF75E02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2F3B215-496E-4790-A364-7C1C46DEC771}">
  <ds:schemaRefs>
    <ds:schemaRef ds:uri="http://schemas.openxmlformats.org/package/2006/metadata/core-properties"/>
    <ds:schemaRef ds:uri="http://schemas.microsoft.com/office/2006/metadata/properties"/>
    <ds:schemaRef ds:uri="16c05727-aa75-4e4a-9b5f-8a80a1165891"/>
    <ds:schemaRef ds:uri="http://www.w3.org/XML/1998/namespace"/>
    <ds:schemaRef ds:uri="http://purl.org/dc/elements/1.1/"/>
    <ds:schemaRef ds:uri="71af3243-3dd4-4a8d-8c0d-dd76da1f02a5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E2713E1-6312-427E-BFCB-C5A5DA30137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</TotalTime>
  <Words>338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Algerian</vt:lpstr>
      <vt:lpstr>Arial</vt:lpstr>
      <vt:lpstr>Baskerville Old Face</vt:lpstr>
      <vt:lpstr>Bernard MT Condensed</vt:lpstr>
      <vt:lpstr>Bodoni MT Condensed</vt:lpstr>
      <vt:lpstr>Bodoni MT Poster Compressed</vt:lpstr>
      <vt:lpstr>Calibri</vt:lpstr>
      <vt:lpstr>Calibri Light</vt:lpstr>
      <vt:lpstr>Cooper Black</vt:lpstr>
      <vt:lpstr>Forte</vt:lpstr>
      <vt:lpstr>Georgia</vt:lpstr>
      <vt:lpstr>Monotype Corsiva</vt:lpstr>
      <vt:lpstr>Office Theme</vt:lpstr>
      <vt:lpstr>Cyber shield  Digital trust and safety </vt:lpstr>
      <vt:lpstr>        AIM AND INTRODUCTION </vt:lpstr>
      <vt:lpstr>What is cybersecurity ?</vt:lpstr>
      <vt:lpstr>COMMON CYBER THREATS</vt:lpstr>
      <vt:lpstr>Real life Examples</vt:lpstr>
      <vt:lpstr>Why digital Trust matters ?</vt:lpstr>
      <vt:lpstr>Building Digital Trust </vt:lpstr>
      <vt:lpstr>Safer Internet  Practice</vt:lpstr>
      <vt:lpstr>Conclusion </vt:lpstr>
      <vt:lpstr>Thank you  for your time and attention….                                           Presented by : Coder’s Creed                           TEAM MEMBER : SADHNA ,RUPALI MEHAK DIKSHA                                           GOVERNMENT  COLLEGE FOR GIRLS ,NACHOLI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Mehak .</dc:creator>
  <cp:lastModifiedBy>Gunja .</cp:lastModifiedBy>
  <cp:revision>2</cp:revision>
  <dcterms:created xsi:type="dcterms:W3CDTF">2025-12-11T08:10:17Z</dcterms:created>
  <dcterms:modified xsi:type="dcterms:W3CDTF">2025-12-11T12:20:08Z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